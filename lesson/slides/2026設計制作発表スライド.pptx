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60" r:id="rId1"/>
  </p:sldMasterIdLst>
  <p:notesMasterIdLst>
    <p:notesMasterId r:id="rId12"/>
  </p:notesMasterIdLst>
  <p:handoutMasterIdLst>
    <p:handoutMasterId r:id="rId13"/>
  </p:handoutMasterIdLst>
  <p:sldIdLst>
    <p:sldId id="268" r:id="rId2"/>
    <p:sldId id="277" r:id="rId3"/>
    <p:sldId id="1040" r:id="rId4"/>
    <p:sldId id="275" r:id="rId5"/>
    <p:sldId id="1034" r:id="rId6"/>
    <p:sldId id="1035" r:id="rId7"/>
    <p:sldId id="1041" r:id="rId8"/>
    <p:sldId id="1036" r:id="rId9"/>
    <p:sldId id="1039" r:id="rId10"/>
    <p:sldId id="1032" r:id="rId11"/>
  </p:sldIdLst>
  <p:sldSz cx="9144000" cy="6858000" type="screen4x3"/>
  <p:notesSz cx="9926638" cy="6797675"/>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28" userDrawn="1">
          <p15:clr>
            <a:srgbClr val="A4A3A4"/>
          </p15:clr>
        </p15:guide>
        <p15:guide id="4" pos="2880">
          <p15:clr>
            <a:srgbClr val="A4A3A4"/>
          </p15:clr>
        </p15:guide>
      </p15:sldGuideLst>
    </p:ext>
    <p:ext uri="{2D200454-40CA-4A62-9FC3-DE9A4176ACB9}">
      <p15:notesGuideLst xmlns:p15="http://schemas.microsoft.com/office/powerpoint/2012/main">
        <p15:guide id="1" orient="horz" pos="2141">
          <p15:clr>
            <a:srgbClr val="A4A3A4"/>
          </p15:clr>
        </p15:guide>
        <p15:guide id="2" pos="3128">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村木裕一郎" initials="Y.M" lastIdx="1" clrIdx="0"/>
  <p:cmAuthor id="1" name="yusuke harashima" initials="yh" lastIdx="1" clrIdx="1">
    <p:extLst>
      <p:ext uri="{19B8F6BF-5375-455C-9EA6-DF929625EA0E}">
        <p15:presenceInfo xmlns:p15="http://schemas.microsoft.com/office/powerpoint/2012/main" userId="7ba0a926a3f341c3"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D0D0D"/>
    <a:srgbClr val="D4EBF1"/>
    <a:srgbClr val="3E74C3"/>
    <a:srgbClr val="4A85CD"/>
    <a:srgbClr val="FFFFFF"/>
    <a:srgbClr val="4D89D0"/>
    <a:srgbClr val="79ACDA"/>
    <a:srgbClr val="FFCC00"/>
    <a:srgbClr val="C0BC00"/>
    <a:srgbClr val="FFFFB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2D955F4-DC4B-4D28-A3C0-5548A18FFB63}" v="8" dt="2025-08-25T07:04:09.435"/>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スタイル (淡色)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FD0F851-EC5A-4D38-B0AD-8093EC10F338}" styleName="淡色スタイル 1 - アクセント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660B408-B3CF-4A94-85FC-2B1E0A45F4A2}" styleName="濃色スタイル 2 - アクセント 1/アクセント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35758FB7-9AC5-4552-8A53-C91805E547FA}" styleName="テーマ スタイル 1 - アクセント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84E427A-3D55-4303-BF80-6455036E1DE7}" styleName="テーマ スタイル 1 - アクセント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73723" autoAdjust="0"/>
  </p:normalViewPr>
  <p:slideViewPr>
    <p:cSldViewPr snapToGrid="0">
      <p:cViewPr varScale="1">
        <p:scale>
          <a:sx n="54" d="100"/>
          <a:sy n="54" d="100"/>
        </p:scale>
        <p:origin x="1664" y="76"/>
      </p:cViewPr>
      <p:guideLst>
        <p:guide orient="horz" pos="28"/>
        <p:guide pos="2880"/>
      </p:guideLst>
    </p:cSldViewPr>
  </p:slideViewPr>
  <p:notesTextViewPr>
    <p:cViewPr>
      <p:scale>
        <a:sx n="1" d="1"/>
        <a:sy n="1" d="1"/>
      </p:scale>
      <p:origin x="0" y="0"/>
    </p:cViewPr>
  </p:notesTextViewPr>
  <p:notesViewPr>
    <p:cSldViewPr snapToGrid="0">
      <p:cViewPr varScale="1">
        <p:scale>
          <a:sx n="66" d="100"/>
          <a:sy n="66" d="100"/>
        </p:scale>
        <p:origin x="0" y="0"/>
      </p:cViewPr>
      <p:guideLst>
        <p:guide orient="horz" pos="2141"/>
        <p:guide pos="3128"/>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handoutMaster" Target="handoutMasters/handout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日付プレースホルダ 2"/>
          <p:cNvSpPr>
            <a:spLocks noGrp="1"/>
          </p:cNvSpPr>
          <p:nvPr>
            <p:ph type="dt" sz="quarter" idx="1"/>
          </p:nvPr>
        </p:nvSpPr>
        <p:spPr>
          <a:xfrm>
            <a:off x="5622806" y="2"/>
            <a:ext cx="4301543" cy="339612"/>
          </a:xfrm>
          <a:prstGeom prst="rect">
            <a:avLst/>
          </a:prstGeom>
        </p:spPr>
        <p:txBody>
          <a:bodyPr vert="horz" lIns="90947" tIns="45474" rIns="90947" bIns="45474" rtlCol="0"/>
          <a:lstStyle>
            <a:lvl1pPr algn="r">
              <a:defRPr sz="1200"/>
            </a:lvl1pPr>
          </a:lstStyle>
          <a:p>
            <a:fld id="{8C7BBA0B-A68D-4EE2-83E5-FAFB1C656ACC}" type="datetimeFigureOut">
              <a:rPr kumimoji="1" lang="ja-JP" altLang="en-US" smtClean="0"/>
              <a:pPr/>
              <a:t>2026/9/16</a:t>
            </a:fld>
            <a:endParaRPr kumimoji="1" lang="ja-JP" altLang="en-US"/>
          </a:p>
        </p:txBody>
      </p:sp>
      <p:sp>
        <p:nvSpPr>
          <p:cNvPr id="4" name="フッター プレースホルダ 3"/>
          <p:cNvSpPr>
            <a:spLocks noGrp="1"/>
          </p:cNvSpPr>
          <p:nvPr>
            <p:ph type="ftr" sz="quarter" idx="2"/>
          </p:nvPr>
        </p:nvSpPr>
        <p:spPr>
          <a:xfrm>
            <a:off x="7" y="6456981"/>
            <a:ext cx="4301543" cy="339612"/>
          </a:xfrm>
          <a:prstGeom prst="rect">
            <a:avLst/>
          </a:prstGeom>
        </p:spPr>
        <p:txBody>
          <a:bodyPr vert="horz" lIns="90947" tIns="45474" rIns="90947" bIns="45474" rtlCol="0" anchor="b"/>
          <a:lstStyle>
            <a:lvl1pPr algn="l">
              <a:defRPr sz="1200"/>
            </a:lvl1pPr>
          </a:lstStyle>
          <a:p>
            <a:endParaRPr kumimoji="1" lang="ja-JP" altLang="en-US"/>
          </a:p>
        </p:txBody>
      </p:sp>
      <p:sp>
        <p:nvSpPr>
          <p:cNvPr id="5" name="スライド番号プレースホルダ 4"/>
          <p:cNvSpPr>
            <a:spLocks noGrp="1"/>
          </p:cNvSpPr>
          <p:nvPr>
            <p:ph type="sldNum" sz="quarter" idx="3"/>
          </p:nvPr>
        </p:nvSpPr>
        <p:spPr>
          <a:xfrm>
            <a:off x="5622806" y="6456981"/>
            <a:ext cx="4301543" cy="339612"/>
          </a:xfrm>
          <a:prstGeom prst="rect">
            <a:avLst/>
          </a:prstGeom>
        </p:spPr>
        <p:txBody>
          <a:bodyPr vert="horz" lIns="90947" tIns="45474" rIns="90947" bIns="45474" rtlCol="0" anchor="b"/>
          <a:lstStyle>
            <a:lvl1pPr algn="r">
              <a:defRPr sz="1200"/>
            </a:lvl1pPr>
          </a:lstStyle>
          <a:p>
            <a:fld id="{24B182B5-B6A0-49CE-A2E2-968892979931}" type="slidenum">
              <a:rPr kumimoji="1" lang="ja-JP" altLang="en-US" smtClean="0"/>
              <a:pPr/>
              <a:t>‹#›</a:t>
            </a:fld>
            <a:endParaRPr kumimoji="1" lang="ja-JP" altLang="en-US"/>
          </a:p>
        </p:txBody>
      </p:sp>
      <p:sp>
        <p:nvSpPr>
          <p:cNvPr id="6" name="ヘッダー プレースホルダー 5"/>
          <p:cNvSpPr>
            <a:spLocks noGrp="1"/>
          </p:cNvSpPr>
          <p:nvPr>
            <p:ph type="hdr" sz="quarter"/>
          </p:nvPr>
        </p:nvSpPr>
        <p:spPr>
          <a:xfrm>
            <a:off x="0" y="0"/>
            <a:ext cx="4302125" cy="341313"/>
          </a:xfrm>
          <a:prstGeom prst="rect">
            <a:avLst/>
          </a:prstGeom>
        </p:spPr>
        <p:txBody>
          <a:bodyPr vert="horz" lIns="91440" tIns="45720" rIns="91440" bIns="45720" rtlCol="0"/>
          <a:lstStyle>
            <a:lvl1pPr algn="l">
              <a:defRPr sz="1200"/>
            </a:lvl1pPr>
          </a:lstStyle>
          <a:p>
            <a:endParaRPr kumimoji="1" lang="ja-JP" altLang="en-US"/>
          </a:p>
        </p:txBody>
      </p:sp>
    </p:spTree>
    <p:extLst>
      <p:ext uri="{BB962C8B-B14F-4D97-AF65-F5344CB8AC3E}">
        <p14:creationId xmlns:p14="http://schemas.microsoft.com/office/powerpoint/2010/main" val="3933384459"/>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7" y="3"/>
            <a:ext cx="4301543" cy="339883"/>
          </a:xfrm>
          <a:prstGeom prst="rect">
            <a:avLst/>
          </a:prstGeom>
        </p:spPr>
        <p:txBody>
          <a:bodyPr vert="horz" lIns="90947" tIns="45474" rIns="90947" bIns="45474" rtlCol="0"/>
          <a:lstStyle>
            <a:lvl1pPr algn="l">
              <a:defRPr sz="1200"/>
            </a:lvl1pPr>
          </a:lstStyle>
          <a:p>
            <a:endParaRPr kumimoji="1" lang="ja-JP" altLang="en-US"/>
          </a:p>
        </p:txBody>
      </p:sp>
      <p:sp>
        <p:nvSpPr>
          <p:cNvPr id="3" name="日付プレースホルダ 2"/>
          <p:cNvSpPr>
            <a:spLocks noGrp="1"/>
          </p:cNvSpPr>
          <p:nvPr>
            <p:ph type="dt" idx="1"/>
          </p:nvPr>
        </p:nvSpPr>
        <p:spPr>
          <a:xfrm>
            <a:off x="5622806" y="3"/>
            <a:ext cx="4301543" cy="339883"/>
          </a:xfrm>
          <a:prstGeom prst="rect">
            <a:avLst/>
          </a:prstGeom>
        </p:spPr>
        <p:txBody>
          <a:bodyPr vert="horz" lIns="90947" tIns="45474" rIns="90947" bIns="45474" rtlCol="0"/>
          <a:lstStyle>
            <a:lvl1pPr algn="r">
              <a:defRPr sz="1200"/>
            </a:lvl1pPr>
          </a:lstStyle>
          <a:p>
            <a:fld id="{699216BF-253C-4E27-8018-966494AB97EF}" type="datetimeFigureOut">
              <a:rPr kumimoji="1" lang="ja-JP" altLang="en-US" smtClean="0"/>
              <a:pPr/>
              <a:t>2026/9/16</a:t>
            </a:fld>
            <a:endParaRPr kumimoji="1" lang="ja-JP" altLang="en-US"/>
          </a:p>
        </p:txBody>
      </p:sp>
      <p:sp>
        <p:nvSpPr>
          <p:cNvPr id="4" name="スライド イメージ プレースホルダ 3"/>
          <p:cNvSpPr>
            <a:spLocks noGrp="1" noRot="1" noChangeAspect="1"/>
          </p:cNvSpPr>
          <p:nvPr>
            <p:ph type="sldImg" idx="2"/>
          </p:nvPr>
        </p:nvSpPr>
        <p:spPr>
          <a:xfrm>
            <a:off x="3262313" y="509588"/>
            <a:ext cx="3402012" cy="2551112"/>
          </a:xfrm>
          <a:prstGeom prst="rect">
            <a:avLst/>
          </a:prstGeom>
          <a:noFill/>
          <a:ln w="12700">
            <a:solidFill>
              <a:prstClr val="black"/>
            </a:solidFill>
          </a:ln>
        </p:spPr>
        <p:txBody>
          <a:bodyPr vert="horz" lIns="90947" tIns="45474" rIns="90947" bIns="45474" rtlCol="0" anchor="ctr"/>
          <a:lstStyle/>
          <a:p>
            <a:endParaRPr lang="ja-JP" altLang="en-US"/>
          </a:p>
        </p:txBody>
      </p:sp>
      <p:sp>
        <p:nvSpPr>
          <p:cNvPr id="5" name="ノート プレースホルダ 4"/>
          <p:cNvSpPr>
            <a:spLocks noGrp="1"/>
          </p:cNvSpPr>
          <p:nvPr>
            <p:ph type="body" sz="quarter" idx="3"/>
          </p:nvPr>
        </p:nvSpPr>
        <p:spPr>
          <a:xfrm>
            <a:off x="992665" y="3228899"/>
            <a:ext cx="7941310" cy="3058954"/>
          </a:xfrm>
          <a:prstGeom prst="rect">
            <a:avLst/>
          </a:prstGeom>
        </p:spPr>
        <p:txBody>
          <a:bodyPr vert="horz" lIns="90947" tIns="45474" rIns="90947" bIns="45474" rtlCol="0">
            <a:normAutofit/>
          </a:body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 5"/>
          <p:cNvSpPr>
            <a:spLocks noGrp="1"/>
          </p:cNvSpPr>
          <p:nvPr>
            <p:ph type="ftr" sz="quarter" idx="4"/>
          </p:nvPr>
        </p:nvSpPr>
        <p:spPr>
          <a:xfrm>
            <a:off x="7" y="6456615"/>
            <a:ext cx="4301543" cy="339883"/>
          </a:xfrm>
          <a:prstGeom prst="rect">
            <a:avLst/>
          </a:prstGeom>
        </p:spPr>
        <p:txBody>
          <a:bodyPr vert="horz" lIns="90947" tIns="45474" rIns="90947" bIns="45474" rtlCol="0" anchor="b"/>
          <a:lstStyle>
            <a:lvl1pPr algn="l">
              <a:defRPr sz="1200"/>
            </a:lvl1pPr>
          </a:lstStyle>
          <a:p>
            <a:endParaRPr kumimoji="1" lang="ja-JP" altLang="en-US"/>
          </a:p>
        </p:txBody>
      </p:sp>
      <p:sp>
        <p:nvSpPr>
          <p:cNvPr id="7" name="スライド番号プレースホルダ 6"/>
          <p:cNvSpPr>
            <a:spLocks noGrp="1"/>
          </p:cNvSpPr>
          <p:nvPr>
            <p:ph type="sldNum" sz="quarter" idx="5"/>
          </p:nvPr>
        </p:nvSpPr>
        <p:spPr>
          <a:xfrm>
            <a:off x="5622806" y="6456615"/>
            <a:ext cx="4301543" cy="339883"/>
          </a:xfrm>
          <a:prstGeom prst="rect">
            <a:avLst/>
          </a:prstGeom>
        </p:spPr>
        <p:txBody>
          <a:bodyPr vert="horz" lIns="90947" tIns="45474" rIns="90947" bIns="45474" rtlCol="0" anchor="b"/>
          <a:lstStyle>
            <a:lvl1pPr algn="r">
              <a:defRPr sz="1200"/>
            </a:lvl1pPr>
          </a:lstStyle>
          <a:p>
            <a:fld id="{5817ECBD-6D08-43EC-82FD-B322C687D9E5}" type="slidenum">
              <a:rPr kumimoji="1" lang="ja-JP" altLang="en-US" smtClean="0"/>
              <a:pPr/>
              <a:t>‹#›</a:t>
            </a:fld>
            <a:endParaRPr kumimoji="1" lang="ja-JP" altLang="en-US"/>
          </a:p>
        </p:txBody>
      </p:sp>
    </p:spTree>
    <p:extLst>
      <p:ext uri="{BB962C8B-B14F-4D97-AF65-F5344CB8AC3E}">
        <p14:creationId xmlns:p14="http://schemas.microsoft.com/office/powerpoint/2010/main" val="1422642157"/>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r>
              <a:rPr kumimoji="1" lang="ja-JP" altLang="en-US" dirty="0"/>
              <a:t>桧垣研究室の設計製作についてのガイダンス発表を始めます．</a:t>
            </a:r>
            <a:endParaRPr kumimoji="1" lang="en-US" altLang="ja-JP" dirty="0"/>
          </a:p>
          <a:p>
            <a:r>
              <a:rPr lang="ja-JP" altLang="en-US" sz="1200" dirty="0"/>
              <a:t>車車間通信を用いた交差点合流時の衝突回避実験</a:t>
            </a:r>
            <a:r>
              <a:rPr kumimoji="1" lang="ja-JP" altLang="en-US" dirty="0"/>
              <a:t>と題しまして，</a:t>
            </a:r>
            <a:r>
              <a:rPr kumimoji="1" lang="en-US" altLang="ja-JP" dirty="0"/>
              <a:t>2</a:t>
            </a:r>
            <a:r>
              <a:rPr kumimoji="1" lang="ja-JP" altLang="en-US" dirty="0"/>
              <a:t>台の車両間で通信を行ない合流地点での衝突を回避する実験を行ないます．</a:t>
            </a:r>
          </a:p>
        </p:txBody>
      </p:sp>
    </p:spTree>
    <p:extLst>
      <p:ext uri="{BB962C8B-B14F-4D97-AF65-F5344CB8AC3E}">
        <p14:creationId xmlns:p14="http://schemas.microsoft.com/office/powerpoint/2010/main" val="9843950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normAutofit fontScale="85000" lnSpcReduction="20000"/>
          </a:bodyPr>
          <a:lstStyle/>
          <a:p>
            <a:r>
              <a:rPr kumimoji="1" lang="ja-JP" altLang="en-US" dirty="0"/>
              <a:t>背景として，高速道路の合流で事故が多発しています．</a:t>
            </a:r>
            <a:endParaRPr kumimoji="1" lang="en-US" altLang="ja-JP" dirty="0"/>
          </a:p>
          <a:p>
            <a:r>
              <a:rPr kumimoji="1" lang="ja-JP" altLang="en-US" dirty="0"/>
              <a:t>そこで，自動運転によって合流を行なうことで事故の発生確率を低減させます．</a:t>
            </a:r>
            <a:endParaRPr kumimoji="1" lang="en-US" altLang="ja-JP" dirty="0"/>
          </a:p>
          <a:p>
            <a:r>
              <a:rPr kumimoji="1" lang="ja-JP" altLang="en-US" dirty="0"/>
              <a:t>先行研究では車を検知したセンサが基地局を介して合流者へデータを送信することで自動運転を可能にしています．</a:t>
            </a:r>
            <a:endParaRPr kumimoji="1" lang="en-US" altLang="ja-JP" dirty="0"/>
          </a:p>
          <a:p>
            <a:endParaRPr kumimoji="1" lang="en-US" altLang="ja-JP" dirty="0"/>
          </a:p>
          <a:p>
            <a:endParaRPr kumimoji="1" lang="en-US" altLang="ja-JP" dirty="0"/>
          </a:p>
          <a:p>
            <a:endParaRPr kumimoji="1" lang="en-US" altLang="ja-JP" dirty="0"/>
          </a:p>
          <a:p>
            <a:endParaRPr kumimoji="1" lang="en-US" altLang="ja-JP" dirty="0"/>
          </a:p>
          <a:p>
            <a:endParaRPr kumimoji="1" lang="en-US" altLang="ja-JP" dirty="0"/>
          </a:p>
          <a:p>
            <a:endParaRPr kumimoji="1" lang="en-US" altLang="ja-JP" dirty="0"/>
          </a:p>
          <a:p>
            <a:endParaRPr kumimoji="1" lang="en-US" altLang="ja-JP" dirty="0"/>
          </a:p>
          <a:p>
            <a:endParaRPr kumimoji="1" lang="en-US" altLang="ja-JP" dirty="0"/>
          </a:p>
          <a:p>
            <a:endParaRPr kumimoji="1" lang="en-US" altLang="ja-JP" dirty="0"/>
          </a:p>
          <a:p>
            <a:endParaRPr kumimoji="1" lang="en-US" altLang="ja-JP" dirty="0"/>
          </a:p>
          <a:p>
            <a:r>
              <a:rPr kumimoji="1" lang="ja-JP" altLang="en-US" dirty="0"/>
              <a:t>交差点入口付近を走行中の車がセンサの前を通過したとき，センサは基地局へ向けて交差点入口を走行中の車のデータを送信します．</a:t>
            </a:r>
            <a:endParaRPr kumimoji="1" lang="en-US" altLang="ja-JP" dirty="0"/>
          </a:p>
          <a:p>
            <a:r>
              <a:rPr kumimoji="1" lang="ja-JP" altLang="en-US" dirty="0"/>
              <a:t>基地局は合流したい車に向けて受け取ったデータを送信します．</a:t>
            </a:r>
            <a:endParaRPr kumimoji="1" lang="en-US" altLang="ja-JP" dirty="0"/>
          </a:p>
          <a:p>
            <a:r>
              <a:rPr kumimoji="1" lang="ja-JP" altLang="en-US" dirty="0"/>
              <a:t>こうすることで自動運転での合流を可能にしています．ですが，基地局やセンサが必要ということはその設置費や維持費がかかってしまいます</a:t>
            </a:r>
            <a:endParaRPr kumimoji="1" lang="en-US" altLang="ja-JP" dirty="0"/>
          </a:p>
          <a:p>
            <a:r>
              <a:rPr kumimoji="1" lang="ja-JP" altLang="en-US" dirty="0"/>
              <a:t>．</a:t>
            </a:r>
            <a:endParaRPr kumimoji="1" lang="en-US" altLang="ja-JP" dirty="0"/>
          </a:p>
          <a:p>
            <a:endParaRPr kumimoji="1" lang="en-US" altLang="ja-JP" dirty="0"/>
          </a:p>
          <a:p>
            <a:r>
              <a:rPr kumimoji="1" lang="en-US" altLang="ja-JP" dirty="0"/>
              <a:t>V2V</a:t>
            </a:r>
            <a:r>
              <a:rPr kumimoji="1" lang="ja-JP" altLang="en-US" dirty="0"/>
              <a:t>：車同士の情報を通信できる役割</a:t>
            </a:r>
            <a:endParaRPr kumimoji="1" lang="en-US" altLang="ja-JP" dirty="0"/>
          </a:p>
          <a:p>
            <a:r>
              <a:rPr kumimoji="1" lang="en-US" altLang="ja-JP" dirty="0"/>
              <a:t>V2I</a:t>
            </a:r>
            <a:r>
              <a:rPr kumimoji="1" lang="ja-JP" altLang="en-US" dirty="0"/>
              <a:t>：車載通信機や道路の信号機の除法を通信できる役割</a:t>
            </a:r>
            <a:endParaRPr kumimoji="1" lang="en-US" altLang="ja-JP" dirty="0"/>
          </a:p>
          <a:p>
            <a:r>
              <a:rPr kumimoji="1" lang="en-US" altLang="ja-JP" dirty="0"/>
              <a:t>V2P</a:t>
            </a:r>
            <a:r>
              <a:rPr kumimoji="1" lang="ja-JP" altLang="en-US" dirty="0"/>
              <a:t>：車と歩行者の安全距離を保つ情報を通信できる役割</a:t>
            </a:r>
            <a:endParaRPr kumimoji="1" lang="en-US" altLang="ja-JP" dirty="0"/>
          </a:p>
          <a:p>
            <a:r>
              <a:rPr kumimoji="1" lang="en-US" altLang="ja-JP" dirty="0"/>
              <a:t>V2N</a:t>
            </a:r>
            <a:r>
              <a:rPr kumimoji="1" lang="ja-JP" altLang="en-US" dirty="0"/>
              <a:t>：車とネットワークの情報を通信できる役割</a:t>
            </a:r>
            <a:endParaRPr kumimoji="1" lang="en-US" altLang="ja-JP" dirty="0"/>
          </a:p>
          <a:p>
            <a:endParaRPr kumimoji="1" lang="en-US" altLang="ja-JP" dirty="0"/>
          </a:p>
        </p:txBody>
      </p:sp>
    </p:spTree>
    <p:extLst>
      <p:ext uri="{BB962C8B-B14F-4D97-AF65-F5344CB8AC3E}">
        <p14:creationId xmlns:p14="http://schemas.microsoft.com/office/powerpoint/2010/main" val="4001879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そこで本実験</a:t>
            </a:r>
            <a:r>
              <a:rPr kumimoji="1" lang="ja-JP" altLang="en-US" dirty="0"/>
              <a:t>では，</a:t>
            </a:r>
            <a:r>
              <a:rPr kumimoji="1" lang="en-US" altLang="ja-JP" dirty="0"/>
              <a:t>2</a:t>
            </a:r>
            <a:r>
              <a:rPr kumimoji="1" lang="ja-JP" altLang="en-US" dirty="0"/>
              <a:t>台</a:t>
            </a:r>
            <a:r>
              <a:rPr kumimoji="1" lang="ja-JP" altLang="en-US"/>
              <a:t>の車両を直接通信させることで，</a:t>
            </a:r>
            <a:r>
              <a:rPr kumimoji="1" lang="ja-JP" altLang="en-US" dirty="0"/>
              <a:t>合流地点での衝突を回避させる実験を</a:t>
            </a:r>
            <a:r>
              <a:rPr kumimoji="1" lang="ja-JP" altLang="en-US"/>
              <a:t>行ないます．</a:t>
            </a:r>
            <a:endParaRPr kumimoji="1" lang="en-US" altLang="ja-JP" dirty="0"/>
          </a:p>
        </p:txBody>
      </p:sp>
    </p:spTree>
    <p:extLst>
      <p:ext uri="{BB962C8B-B14F-4D97-AF65-F5344CB8AC3E}">
        <p14:creationId xmlns:p14="http://schemas.microsoft.com/office/powerpoint/2010/main" val="23057935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続いて，実験についての説明をします．</a:t>
            </a:r>
            <a:endParaRPr kumimoji="1" lang="en-US" altLang="ja-JP" dirty="0"/>
          </a:p>
          <a:p>
            <a:r>
              <a:rPr kumimoji="1" lang="ja-JP" altLang="en-US" dirty="0"/>
              <a:t>本実験では，マイコンを搭載した</a:t>
            </a:r>
            <a:r>
              <a:rPr kumimoji="1" lang="en-US" altLang="ja-JP" dirty="0"/>
              <a:t>2</a:t>
            </a:r>
            <a:r>
              <a:rPr kumimoji="1" lang="ja-JP" altLang="en-US" dirty="0"/>
              <a:t>台の車両を用いて，合流地点での衝突を回避させる実験を行ないます．</a:t>
            </a:r>
            <a:endParaRPr kumimoji="1" lang="en-US" altLang="ja-JP" dirty="0"/>
          </a:p>
          <a:p>
            <a:endParaRPr kumimoji="1" lang="en-US" altLang="ja-JP" dirty="0"/>
          </a:p>
          <a:p>
            <a:endParaRPr kumimoji="1" lang="en-US" altLang="ja-JP" dirty="0"/>
          </a:p>
          <a:p>
            <a:r>
              <a:rPr kumimoji="1" lang="en-US" altLang="ja-JP" dirty="0"/>
              <a:t>2</a:t>
            </a:r>
            <a:r>
              <a:rPr kumimoji="1" lang="ja-JP" altLang="en-US" dirty="0"/>
              <a:t>台の車両はフォトセンサで取得した速度情報と距離情報をもとに算出した交差点突入時間を</a:t>
            </a:r>
            <a:r>
              <a:rPr kumimoji="1" lang="en-US" altLang="ja-JP" dirty="0"/>
              <a:t>ESP-NOW</a:t>
            </a:r>
            <a:r>
              <a:rPr kumimoji="1" lang="ja-JP" altLang="en-US" dirty="0"/>
              <a:t>通信によって互いに交換します．</a:t>
            </a:r>
            <a:endParaRPr kumimoji="1" lang="en-US" altLang="ja-JP" dirty="0"/>
          </a:p>
          <a:p>
            <a:r>
              <a:rPr kumimoji="1" lang="ja-JP" altLang="en-US" dirty="0"/>
              <a:t>そしてその情報を基に交差点までの到達時間を計算し，速度を制御することで，車両の衝突を回避します．</a:t>
            </a:r>
          </a:p>
        </p:txBody>
      </p:sp>
    </p:spTree>
    <p:extLst>
      <p:ext uri="{BB962C8B-B14F-4D97-AF65-F5344CB8AC3E}">
        <p14:creationId xmlns:p14="http://schemas.microsoft.com/office/powerpoint/2010/main" val="7283558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ea typeface="游ゴシック"/>
              </a:rPr>
              <a:t>実験のスケジュールについて説明します．</a:t>
            </a:r>
          </a:p>
          <a:p>
            <a:r>
              <a:rPr lang="ja-JP" altLang="en-US" dirty="0">
                <a:ea typeface="游ゴシック"/>
              </a:rPr>
              <a:t>1回目は、実験の概要と実験環境の構築を行います。</a:t>
            </a:r>
          </a:p>
          <a:p>
            <a:r>
              <a:rPr lang="ja-JP" altLang="en-US" dirty="0">
                <a:ea typeface="游ゴシック"/>
              </a:rPr>
              <a:t>2回目は、本実験で用いる</a:t>
            </a:r>
            <a:r>
              <a:rPr lang="en-US" altLang="ja-JP" dirty="0">
                <a:ea typeface="游ゴシック"/>
              </a:rPr>
              <a:t>ESP-NOW</a:t>
            </a:r>
            <a:r>
              <a:rPr lang="ja-JP" altLang="en-US" dirty="0">
                <a:ea typeface="游ゴシック"/>
              </a:rPr>
              <a:t>通信についての理解を深めるため，</a:t>
            </a:r>
            <a:r>
              <a:rPr lang="en-US" altLang="ja-JP" dirty="0">
                <a:ea typeface="游ゴシック"/>
              </a:rPr>
              <a:t>ESP-NOW</a:t>
            </a:r>
            <a:r>
              <a:rPr lang="ja-JP" altLang="en-US" dirty="0">
                <a:ea typeface="游ゴシック"/>
              </a:rPr>
              <a:t>通信プログラムを作成し，実際に通信ができることを確認します．</a:t>
            </a:r>
          </a:p>
          <a:p>
            <a:r>
              <a:rPr lang="ja-JP" altLang="en-US" dirty="0">
                <a:ea typeface="游ゴシック"/>
              </a:rPr>
              <a:t>3回目では，実験車両が一定の速度で走れるようにコントローラを設計します。</a:t>
            </a:r>
          </a:p>
          <a:p>
            <a:r>
              <a:rPr lang="ja-JP" altLang="en-US" dirty="0">
                <a:ea typeface="游ゴシック"/>
              </a:rPr>
              <a:t>4回目では、実際に衝突回避実験をします。</a:t>
            </a:r>
            <a:endParaRPr lang="en-US" altLang="ja-JP" dirty="0">
              <a:ea typeface="游ゴシック"/>
            </a:endParaRPr>
          </a:p>
          <a:p>
            <a:endParaRPr lang="en-US" altLang="ja-JP" dirty="0">
              <a:ea typeface="游ゴシック"/>
            </a:endParaRPr>
          </a:p>
        </p:txBody>
      </p:sp>
    </p:spTree>
    <p:extLst>
      <p:ext uri="{BB962C8B-B14F-4D97-AF65-F5344CB8AC3E}">
        <p14:creationId xmlns:p14="http://schemas.microsoft.com/office/powerpoint/2010/main" val="41705776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ea typeface="游ゴシック"/>
              </a:rPr>
              <a:t>初回では、実験の概要とネットワークの基礎知識について講義を行ないます．</a:t>
            </a:r>
            <a:endParaRPr lang="en-US" altLang="ja-JP" dirty="0">
              <a:ea typeface="游ゴシック"/>
            </a:endParaRPr>
          </a:p>
          <a:p>
            <a:r>
              <a:rPr lang="ja-JP" altLang="en-US" dirty="0">
                <a:ea typeface="游ゴシック"/>
              </a:rPr>
              <a:t>その後，実験で使用する実験環境の構築を行います．</a:t>
            </a:r>
            <a:endParaRPr lang="en-US" altLang="ja-JP" dirty="0">
              <a:ea typeface="游ゴシック"/>
            </a:endParaRPr>
          </a:p>
        </p:txBody>
      </p:sp>
    </p:spTree>
    <p:extLst>
      <p:ext uri="{BB962C8B-B14F-4D97-AF65-F5344CB8AC3E}">
        <p14:creationId xmlns:p14="http://schemas.microsoft.com/office/powerpoint/2010/main" val="5462966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F6171B-7B40-29A2-866A-46633EBF891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E001D17-C811-F965-1CEF-0B1CFB4D9EB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198523B-CA8B-91E3-093A-403C07294E7C}"/>
              </a:ext>
            </a:extLst>
          </p:cNvPr>
          <p:cNvSpPr>
            <a:spLocks noGrp="1"/>
          </p:cNvSpPr>
          <p:nvPr>
            <p:ph type="body" idx="1"/>
          </p:nvPr>
        </p:nvSpPr>
        <p:spPr/>
        <p:txBody>
          <a:bodyPr/>
          <a:lstStyle/>
          <a:p>
            <a:r>
              <a:rPr lang="en-US" altLang="ja-JP" dirty="0">
                <a:ea typeface="游ゴシック"/>
              </a:rPr>
              <a:t>2</a:t>
            </a:r>
            <a:r>
              <a:rPr lang="ja-JP" altLang="en-US" dirty="0">
                <a:ea typeface="游ゴシック"/>
              </a:rPr>
              <a:t>回目では，車両間での通信に使用する</a:t>
            </a:r>
            <a:r>
              <a:rPr lang="en-US" altLang="ja-JP" dirty="0">
                <a:ea typeface="游ゴシック"/>
              </a:rPr>
              <a:t>ESP-NOW</a:t>
            </a:r>
            <a:r>
              <a:rPr lang="ja-JP" altLang="en-US" dirty="0">
                <a:ea typeface="游ゴシック"/>
              </a:rPr>
              <a:t>通信について学びます．</a:t>
            </a:r>
            <a:endParaRPr lang="en-US" altLang="ja-JP" dirty="0">
              <a:ea typeface="游ゴシック"/>
            </a:endParaRPr>
          </a:p>
          <a:p>
            <a:endParaRPr lang="en-US" altLang="ja-JP" dirty="0">
              <a:ea typeface="游ゴシック"/>
            </a:endParaRPr>
          </a:p>
          <a:p>
            <a:r>
              <a:rPr lang="ja-JP" altLang="en-US" dirty="0">
                <a:ea typeface="游ゴシック"/>
              </a:rPr>
              <a:t>はじめに，</a:t>
            </a:r>
            <a:r>
              <a:rPr lang="en-US" altLang="ja-JP" dirty="0">
                <a:ea typeface="游ゴシック"/>
              </a:rPr>
              <a:t>ESP-NOW</a:t>
            </a:r>
            <a:r>
              <a:rPr lang="ja-JP" altLang="en-US" dirty="0">
                <a:ea typeface="游ゴシック"/>
              </a:rPr>
              <a:t>通信についての講義を行ないます．</a:t>
            </a:r>
            <a:endParaRPr lang="en-US" altLang="ja-JP" dirty="0">
              <a:ea typeface="游ゴシック"/>
            </a:endParaRPr>
          </a:p>
          <a:p>
            <a:r>
              <a:rPr lang="ja-JP" altLang="en-US" dirty="0">
                <a:ea typeface="游ゴシック"/>
              </a:rPr>
              <a:t>そして，穴埋め形式の</a:t>
            </a:r>
            <a:r>
              <a:rPr lang="en-US" altLang="ja-JP" dirty="0">
                <a:ea typeface="游ゴシック"/>
              </a:rPr>
              <a:t>ESP-NOW</a:t>
            </a:r>
            <a:r>
              <a:rPr lang="ja-JP" altLang="en-US" dirty="0">
                <a:ea typeface="游ゴシック"/>
              </a:rPr>
              <a:t>通信プログラムを配布します．</a:t>
            </a:r>
            <a:endParaRPr lang="en-US" altLang="ja-JP" dirty="0">
              <a:ea typeface="游ゴシック"/>
            </a:endParaRPr>
          </a:p>
          <a:p>
            <a:r>
              <a:rPr lang="ja-JP" altLang="en-US" dirty="0">
                <a:ea typeface="游ゴシック"/>
              </a:rPr>
              <a:t>このプログラムを完成させて，</a:t>
            </a:r>
            <a:r>
              <a:rPr lang="en-US" altLang="ja-JP" dirty="0">
                <a:ea typeface="游ゴシック"/>
              </a:rPr>
              <a:t>2</a:t>
            </a:r>
            <a:r>
              <a:rPr lang="ja-JP" altLang="en-US" dirty="0">
                <a:ea typeface="游ゴシック"/>
              </a:rPr>
              <a:t>台の</a:t>
            </a:r>
            <a:r>
              <a:rPr lang="en-US" altLang="ja-JP" dirty="0">
                <a:ea typeface="游ゴシック"/>
              </a:rPr>
              <a:t>ESP32C</a:t>
            </a:r>
            <a:r>
              <a:rPr lang="ja-JP" altLang="en-US" dirty="0">
                <a:ea typeface="游ゴシック"/>
              </a:rPr>
              <a:t>間で</a:t>
            </a:r>
            <a:r>
              <a:rPr lang="en-US" altLang="ja-JP" dirty="0">
                <a:ea typeface="游ゴシック"/>
              </a:rPr>
              <a:t>ESP-NOW</a:t>
            </a:r>
            <a:r>
              <a:rPr lang="ja-JP" altLang="en-US" dirty="0">
                <a:ea typeface="游ゴシック"/>
              </a:rPr>
              <a:t>通信を行ない，情報のやりとりができることを確認してもらいます．</a:t>
            </a:r>
            <a:endParaRPr lang="en-US" altLang="ja-JP" dirty="0">
              <a:ea typeface="游ゴシック"/>
            </a:endParaRPr>
          </a:p>
        </p:txBody>
      </p:sp>
    </p:spTree>
    <p:extLst>
      <p:ext uri="{BB962C8B-B14F-4D97-AF65-F5344CB8AC3E}">
        <p14:creationId xmlns:p14="http://schemas.microsoft.com/office/powerpoint/2010/main" val="4475661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en-US" altLang="ja-JP" dirty="0">
                <a:ea typeface="游ゴシック"/>
              </a:rPr>
              <a:t>3</a:t>
            </a:r>
            <a:r>
              <a:rPr lang="ja-JP" altLang="en-US" dirty="0">
                <a:ea typeface="游ゴシック"/>
              </a:rPr>
              <a:t>回目では，車両制御器の作成を行います．</a:t>
            </a:r>
            <a:endParaRPr lang="en-US" altLang="ja-JP" dirty="0">
              <a:ea typeface="游ゴシック"/>
            </a:endParaRPr>
          </a:p>
          <a:p>
            <a:endParaRPr lang="en-US" altLang="ja-JP" dirty="0">
              <a:ea typeface="游ゴシック"/>
            </a:endParaRPr>
          </a:p>
          <a:p>
            <a:r>
              <a:rPr lang="ja-JP" altLang="en-US" dirty="0">
                <a:ea typeface="游ゴシック"/>
              </a:rPr>
              <a:t>最初に車両制御のためのコントローラプログラムを作成します．</a:t>
            </a:r>
            <a:endParaRPr lang="en-US" altLang="ja-JP" dirty="0">
              <a:ea typeface="游ゴシック"/>
            </a:endParaRPr>
          </a:p>
          <a:p>
            <a:r>
              <a:rPr lang="ja-JP" altLang="en-US" dirty="0">
                <a:ea typeface="游ゴシック"/>
              </a:rPr>
              <a:t>次に実際に車両を走らせてコントローラゲインの設計を行います．</a:t>
            </a:r>
            <a:endParaRPr lang="en-US" altLang="ja-JP" dirty="0">
              <a:ea typeface="游ゴシック"/>
            </a:endParaRPr>
          </a:p>
          <a:p>
            <a:r>
              <a:rPr lang="ja-JP" altLang="en-US" dirty="0">
                <a:ea typeface="游ゴシック"/>
              </a:rPr>
              <a:t>ここで設計するコントローラとゲインが衝突回避の精度に影響します．</a:t>
            </a:r>
            <a:endParaRPr lang="en-US" altLang="ja-JP" dirty="0">
              <a:ea typeface="游ゴシック"/>
            </a:endParaRPr>
          </a:p>
        </p:txBody>
      </p:sp>
    </p:spTree>
    <p:extLst>
      <p:ext uri="{BB962C8B-B14F-4D97-AF65-F5344CB8AC3E}">
        <p14:creationId xmlns:p14="http://schemas.microsoft.com/office/powerpoint/2010/main" val="28835750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4</a:t>
            </a:r>
            <a:r>
              <a:rPr kumimoji="1" lang="ja-JP" altLang="en-US" dirty="0"/>
              <a:t>回目では，</a:t>
            </a:r>
            <a:r>
              <a:rPr kumimoji="1" lang="ja-JP" altLang="en-US" dirty="0">
                <a:ea typeface="游ゴシック"/>
              </a:rPr>
              <a:t>交差点における</a:t>
            </a:r>
            <a:r>
              <a:rPr lang="ja-JP" altLang="en-US" dirty="0">
                <a:ea typeface="游ゴシック"/>
              </a:rPr>
              <a:t>衝突回避実験を行ないます．</a:t>
            </a:r>
            <a:endParaRPr lang="en-US" altLang="ja-JP" dirty="0">
              <a:ea typeface="游ゴシック"/>
            </a:endParaRPr>
          </a:p>
          <a:p>
            <a:r>
              <a:rPr lang="ja-JP" altLang="en-US" dirty="0">
                <a:ea typeface="游ゴシック"/>
              </a:rPr>
              <a:t>前回設計したコントローラや交差点などの実験条件パラメータの設定を行って，衝突回避制御の評価を行います．</a:t>
            </a:r>
            <a:endParaRPr lang="en-US" altLang="ja-JP" dirty="0">
              <a:ea typeface="游ゴシック"/>
            </a:endParaRPr>
          </a:p>
          <a:p>
            <a:r>
              <a:rPr lang="ja-JP" altLang="en-US" dirty="0">
                <a:ea typeface="游ゴシック"/>
              </a:rPr>
              <a:t>その後，レポートについての説明を行います．</a:t>
            </a:r>
            <a:endParaRPr lang="en-US" altLang="ja-JP" dirty="0">
              <a:ea typeface="游ゴシック"/>
            </a:endParaRPr>
          </a:p>
        </p:txBody>
      </p:sp>
    </p:spTree>
    <p:extLst>
      <p:ext uri="{BB962C8B-B14F-4D97-AF65-F5344CB8AC3E}">
        <p14:creationId xmlns:p14="http://schemas.microsoft.com/office/powerpoint/2010/main" val="243519304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177154" name="Rectangle 2"/>
          <p:cNvSpPr>
            <a:spLocks noGrp="1" noChangeArrowheads="1"/>
          </p:cNvSpPr>
          <p:nvPr>
            <p:ph type="ctrTitle"/>
          </p:nvPr>
        </p:nvSpPr>
        <p:spPr>
          <a:xfrm>
            <a:off x="685800" y="2130425"/>
            <a:ext cx="7772400" cy="1470025"/>
          </a:xfrm>
        </p:spPr>
        <p:txBody>
          <a:bodyPr/>
          <a:lstStyle>
            <a:lvl1pPr algn="ctr">
              <a:defRPr>
                <a:solidFill>
                  <a:schemeClr val="tx1"/>
                </a:solidFill>
              </a:defRPr>
            </a:lvl1pPr>
          </a:lstStyle>
          <a:p>
            <a:r>
              <a:rPr lang="ja-JP" altLang="en-US"/>
              <a:t>マスター タイトルの書式設定</a:t>
            </a:r>
          </a:p>
        </p:txBody>
      </p:sp>
      <p:sp>
        <p:nvSpPr>
          <p:cNvPr id="177155" name="Rectangle 3"/>
          <p:cNvSpPr>
            <a:spLocks noGrp="1" noChangeArrowheads="1"/>
          </p:cNvSpPr>
          <p:nvPr>
            <p:ph type="subTitle" idx="1"/>
          </p:nvPr>
        </p:nvSpPr>
        <p:spPr>
          <a:xfrm>
            <a:off x="1371600" y="3716338"/>
            <a:ext cx="6400800" cy="1752600"/>
          </a:xfrm>
        </p:spPr>
        <p:txBody>
          <a:bodyPr/>
          <a:lstStyle>
            <a:lvl1pPr marL="0" indent="0" algn="ctr">
              <a:buFont typeface="Arial" charset="0"/>
              <a:buNone/>
              <a:defRPr/>
            </a:lvl1pPr>
          </a:lstStyle>
          <a:p>
            <a:r>
              <a:rPr lang="ja-JP" altLang="en-US"/>
              <a:t>マスター サブタイトルの書式設定</a:t>
            </a:r>
          </a:p>
        </p:txBody>
      </p:sp>
      <p:pic>
        <p:nvPicPr>
          <p:cNvPr id="5" name="図 3" descr="C:\Users\oneda\Desktop\logo_jp01.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906963" y="1052736"/>
            <a:ext cx="3057525" cy="428625"/>
          </a:xfrm>
          <a:prstGeom prst="rect">
            <a:avLst/>
          </a:prstGeom>
          <a:noFill/>
          <a:extLst>
            <a:ext uri="{909E8E84-426E-40DD-AFC4-6F175D3DCCD1}">
              <a14:hiddenFill xmlns:a14="http://schemas.microsoft.com/office/drawing/2010/main">
                <a:solidFill>
                  <a:srgbClr val="FFFFFF"/>
                </a:solidFill>
              </a14:hiddenFill>
            </a:ext>
          </a:extLst>
        </p:spPr>
      </p:pic>
      <p:pic>
        <p:nvPicPr>
          <p:cNvPr id="8" name="図 2" descr="H:\共有\仕事\桧垣研PPTテンプレ\upper.png"/>
          <p:cNvPicPr>
            <a:picLocks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3176" y="0"/>
            <a:ext cx="9147176" cy="5508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1"/>
          <p:cNvPicPr>
            <a:picLocks noChangeAspect="1"/>
          </p:cNvPicPr>
          <p:nvPr userDrawn="1"/>
        </p:nvPicPr>
        <p:blipFill>
          <a:blip r:embed="rId4" cstate="print"/>
          <a:stretch>
            <a:fillRect/>
          </a:stretch>
        </p:blipFill>
        <p:spPr>
          <a:xfrm>
            <a:off x="251520" y="1052736"/>
            <a:ext cx="3528392" cy="470907"/>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標準レイアウト">
    <p:spTree>
      <p:nvGrpSpPr>
        <p:cNvPr id="1" name=""/>
        <p:cNvGrpSpPr/>
        <p:nvPr/>
      </p:nvGrpSpPr>
      <p:grpSpPr>
        <a:xfrm>
          <a:off x="0" y="0"/>
          <a:ext cx="0" cy="0"/>
          <a:chOff x="0" y="0"/>
          <a:chExt cx="0" cy="0"/>
        </a:xfrm>
      </p:grpSpPr>
      <p:sp>
        <p:nvSpPr>
          <p:cNvPr id="3" name="コンテンツ プレースホルダ 2"/>
          <p:cNvSpPr>
            <a:spLocks noGrp="1"/>
          </p:cNvSpPr>
          <p:nvPr>
            <p:ph idx="1"/>
          </p:nvPr>
        </p:nvSpPr>
        <p:spPr>
          <a:xfrm>
            <a:off x="250825" y="548680"/>
            <a:ext cx="8712200" cy="5666402"/>
          </a:xfrm>
          <a:noFill/>
        </p:spPr>
        <p:txBody>
          <a:bodyPr/>
          <a:lstStyle>
            <a:lvl1pPr>
              <a:buClr>
                <a:srgbClr val="F8A764"/>
              </a:buClr>
              <a:defRPr sz="2400">
                <a:latin typeface="+mj-lt"/>
              </a:defRPr>
            </a:lvl1pPr>
            <a:lvl2pPr>
              <a:defRPr sz="2200">
                <a:latin typeface="+mj-lt"/>
              </a:defRPr>
            </a:lvl2pPr>
            <a:lvl3pPr>
              <a:defRPr sz="2200">
                <a:latin typeface="+mj-lt"/>
              </a:defRPr>
            </a:lvl3pPr>
            <a:lvl4pPr>
              <a:defRPr sz="2200">
                <a:latin typeface="+mj-lt"/>
              </a:defRPr>
            </a:lvl4pPr>
            <a:lvl5pPr>
              <a:defRPr sz="2200">
                <a:latin typeface="+mj-lt"/>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2" name="タイトル 1"/>
          <p:cNvSpPr>
            <a:spLocks noGrp="1"/>
          </p:cNvSpPr>
          <p:nvPr>
            <p:ph type="title"/>
          </p:nvPr>
        </p:nvSpPr>
        <p:spPr>
          <a:xfrm>
            <a:off x="250825" y="0"/>
            <a:ext cx="8569325" cy="548680"/>
          </a:xfrm>
        </p:spPr>
        <p:txBody>
          <a:bodyPr/>
          <a:lstStyle>
            <a:lvl1pPr>
              <a:defRPr u="none"/>
            </a:lvl1pPr>
          </a:lstStyle>
          <a:p>
            <a:r>
              <a:rPr lang="ja-JP" altLang="en-US"/>
              <a:t>マスター タイトルの書式設定</a:t>
            </a:r>
          </a:p>
        </p:txBody>
      </p:sp>
      <p:sp>
        <p:nvSpPr>
          <p:cNvPr id="5" name="テキスト プレースホルダ 4"/>
          <p:cNvSpPr>
            <a:spLocks noGrp="1"/>
          </p:cNvSpPr>
          <p:nvPr>
            <p:ph type="body" sz="quarter" idx="10"/>
          </p:nvPr>
        </p:nvSpPr>
        <p:spPr>
          <a:xfrm>
            <a:off x="1" y="6357958"/>
            <a:ext cx="9144000" cy="500042"/>
          </a:xfrm>
        </p:spPr>
        <p:txBody>
          <a:bodyPr/>
          <a:lstStyle>
            <a:lvl1pPr algn="ctr">
              <a:buFontTx/>
              <a:buNone/>
              <a:defRPr b="1" u="sng">
                <a:solidFill>
                  <a:srgbClr val="FF0000"/>
                </a:solidFill>
                <a:effectLst>
                  <a:outerShdw blurRad="38100" dist="38100" dir="2700000" algn="tl">
                    <a:srgbClr val="000000">
                      <a:alpha val="43137"/>
                    </a:srgbClr>
                  </a:outerShdw>
                </a:effectLst>
              </a:defRPr>
            </a:lvl1pPr>
            <a:lvl2pPr algn="ctr">
              <a:buFontTx/>
              <a:buNone/>
              <a:defRPr>
                <a:solidFill>
                  <a:schemeClr val="bg1"/>
                </a:solidFill>
              </a:defRPr>
            </a:lvl2pPr>
            <a:lvl3pPr algn="ctr">
              <a:buFontTx/>
              <a:buNone/>
              <a:defRPr>
                <a:solidFill>
                  <a:schemeClr val="bg1"/>
                </a:solidFill>
              </a:defRPr>
            </a:lvl3pPr>
            <a:lvl4pPr algn="ctr">
              <a:buFontTx/>
              <a:buNone/>
              <a:defRPr>
                <a:solidFill>
                  <a:schemeClr val="bg1"/>
                </a:solidFill>
              </a:defRPr>
            </a:lvl4pPr>
            <a:lvl5pPr algn="ctr">
              <a:buFontTx/>
              <a:buNone/>
              <a:defRPr>
                <a:solidFill>
                  <a:schemeClr val="bg1"/>
                </a:solidFill>
              </a:defRPr>
            </a:lvl5pPr>
          </a:lstStyle>
          <a:p>
            <a:pPr lvl="0"/>
            <a:r>
              <a:rPr kumimoji="1" lang="ja-JP" altLang="en-US"/>
              <a:t>マスター テキストの書式設定</a:t>
            </a:r>
          </a:p>
        </p:txBody>
      </p:sp>
      <p:sp>
        <p:nvSpPr>
          <p:cNvPr id="7" name="スライド番号プレースホルダー 1">
            <a:extLst>
              <a:ext uri="{FF2B5EF4-FFF2-40B4-BE49-F238E27FC236}">
                <a16:creationId xmlns:a16="http://schemas.microsoft.com/office/drawing/2014/main" id="{94173962-B6D2-4C6D-B388-98B5CF721788}"/>
              </a:ext>
            </a:extLst>
          </p:cNvPr>
          <p:cNvSpPr>
            <a:spLocks noGrp="1"/>
          </p:cNvSpPr>
          <p:nvPr>
            <p:ph type="sldNum" sz="quarter" idx="4"/>
          </p:nvPr>
        </p:nvSpPr>
        <p:spPr>
          <a:xfrm>
            <a:off x="8065303" y="81886"/>
            <a:ext cx="897722" cy="384907"/>
          </a:xfrm>
          <a:prstGeom prst="rect">
            <a:avLst/>
          </a:prstGeom>
        </p:spPr>
        <p:txBody>
          <a:bodyPr vert="horz" lIns="91440" tIns="45720" rIns="91440" bIns="45720" rtlCol="0" anchor="ctr"/>
          <a:lstStyle>
            <a:lvl1pPr algn="r">
              <a:defRPr sz="1800">
                <a:solidFill>
                  <a:schemeClr val="bg1"/>
                </a:solidFill>
              </a:defRPr>
            </a:lvl1pPr>
          </a:lstStyle>
          <a:p>
            <a:r>
              <a:rPr lang="en-US" altLang="ja-JP"/>
              <a:t>/</a:t>
            </a:r>
            <a:endParaRPr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セクション見出し">
    <p:spTree>
      <p:nvGrpSpPr>
        <p:cNvPr id="1" name=""/>
        <p:cNvGrpSpPr/>
        <p:nvPr/>
      </p:nvGrpSpPr>
      <p:grpSpPr>
        <a:xfrm>
          <a:off x="0" y="0"/>
          <a:ext cx="0" cy="0"/>
          <a:chOff x="0" y="0"/>
          <a:chExt cx="0" cy="0"/>
        </a:xfrm>
      </p:grpSpPr>
      <p:sp>
        <p:nvSpPr>
          <p:cNvPr id="3" name="テキスト プレースホルダ 2"/>
          <p:cNvSpPr>
            <a:spLocks noGrp="1"/>
          </p:cNvSpPr>
          <p:nvPr>
            <p:ph type="body" idx="1"/>
          </p:nvPr>
        </p:nvSpPr>
        <p:spPr>
          <a:xfrm>
            <a:off x="722313" y="2857496"/>
            <a:ext cx="7772400" cy="1500187"/>
          </a:xfrm>
        </p:spPr>
        <p:txBody>
          <a:bodyPr anchor="ctr" anchorCtr="0"/>
          <a:lstStyle>
            <a:lvl1pPr marL="0" indent="0" algn="ctr">
              <a:buNone/>
              <a:defRPr sz="36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ja-JP" altLang="en-US"/>
              <a:t>マスター テキストの書式設定</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黒紙">
    <p:spTree>
      <p:nvGrpSpPr>
        <p:cNvPr id="1" name=""/>
        <p:cNvGrpSpPr/>
        <p:nvPr/>
      </p:nvGrpSpPr>
      <p:grpSpPr>
        <a:xfrm>
          <a:off x="0" y="0"/>
          <a:ext cx="0" cy="0"/>
          <a:chOff x="0" y="0"/>
          <a:chExt cx="0" cy="0"/>
        </a:xfrm>
      </p:grpSpPr>
      <p:sp>
        <p:nvSpPr>
          <p:cNvPr id="2" name="正方形/長方形 1"/>
          <p:cNvSpPr/>
          <p:nvPr userDrawn="1"/>
        </p:nvSpPr>
        <p:spPr bwMode="auto">
          <a:xfrm>
            <a:off x="0" y="0"/>
            <a:ext cx="9144000" cy="6858000"/>
          </a:xfrm>
          <a:prstGeom prst="rect">
            <a:avLst/>
          </a:prstGeom>
          <a:solidFill>
            <a:schemeClr val="tx1"/>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2000" b="0" i="0" u="none" strike="noStrike" cap="none" normalizeH="0" baseline="0">
              <a:ln>
                <a:noFill/>
              </a:ln>
              <a:solidFill>
                <a:schemeClr val="tx1"/>
              </a:solidFill>
              <a:latin typeface="Times New Roman" pitchFamily="18" charset="0"/>
              <a:ea typeface="ＭＳ Ｐゴシック" charset="-128"/>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マスター タイトルの書式設定</a:t>
            </a:r>
          </a:p>
        </p:txBody>
      </p:sp>
      <p:sp>
        <p:nvSpPr>
          <p:cNvPr id="3" name="コンテンツ プレースホルダ 2"/>
          <p:cNvSpPr>
            <a:spLocks noGrp="1"/>
          </p:cNvSpPr>
          <p:nvPr>
            <p:ph sz="half" idx="1"/>
          </p:nvPr>
        </p:nvSpPr>
        <p:spPr>
          <a:xfrm>
            <a:off x="250825" y="981075"/>
            <a:ext cx="4279900" cy="5689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 3"/>
          <p:cNvSpPr>
            <a:spLocks noGrp="1"/>
          </p:cNvSpPr>
          <p:nvPr>
            <p:ph sz="half" idx="2"/>
          </p:nvPr>
        </p:nvSpPr>
        <p:spPr>
          <a:xfrm>
            <a:off x="4683125" y="981075"/>
            <a:ext cx="4279900" cy="5689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357158" y="0"/>
            <a:ext cx="8229600" cy="476672"/>
          </a:xfrm>
        </p:spPr>
        <p:txBody>
          <a:bodyPr/>
          <a:lstStyle>
            <a:lvl1pPr>
              <a:defRPr/>
            </a:lvl1pPr>
          </a:lstStyle>
          <a:p>
            <a:r>
              <a:rPr lang="ja-JP" altLang="en-US"/>
              <a:t>マスター タイトルの書式設定</a:t>
            </a:r>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マスター タイトルの書式設定</a:t>
            </a:r>
          </a:p>
        </p:txBody>
      </p:sp>
      <p:sp>
        <p:nvSpPr>
          <p:cNvPr id="5" name="コンテンツ プレースホルダ 2"/>
          <p:cNvSpPr>
            <a:spLocks noGrp="1"/>
          </p:cNvSpPr>
          <p:nvPr>
            <p:ph idx="10"/>
          </p:nvPr>
        </p:nvSpPr>
        <p:spPr>
          <a:xfrm>
            <a:off x="250825" y="548680"/>
            <a:ext cx="8712200" cy="864096"/>
          </a:xfrm>
          <a:noFill/>
        </p:spPr>
        <p:txBody>
          <a:bodyPr/>
          <a:lstStyle>
            <a:lvl1pPr>
              <a:buClr>
                <a:srgbClr val="F8A764"/>
              </a:buClr>
              <a:defRPr sz="2400">
                <a:latin typeface="+mj-lt"/>
              </a:defRPr>
            </a:lvl1pPr>
            <a:lvl2pPr>
              <a:defRPr sz="2200">
                <a:latin typeface="+mj-lt"/>
              </a:defRPr>
            </a:lvl2pPr>
            <a:lvl3pPr>
              <a:defRPr sz="2200">
                <a:latin typeface="+mj-lt"/>
              </a:defRPr>
            </a:lvl3pPr>
            <a:lvl4pPr>
              <a:defRPr sz="2200">
                <a:latin typeface="+mj-lt"/>
              </a:defRPr>
            </a:lvl4pPr>
            <a:lvl5pPr>
              <a:defRPr sz="2200">
                <a:latin typeface="+mj-lt"/>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7" name="コンテンツ プレースホルダ 2"/>
          <p:cNvSpPr>
            <a:spLocks noGrp="1"/>
          </p:cNvSpPr>
          <p:nvPr>
            <p:ph idx="11"/>
          </p:nvPr>
        </p:nvSpPr>
        <p:spPr>
          <a:xfrm>
            <a:off x="251520" y="1412776"/>
            <a:ext cx="4392488" cy="5328592"/>
          </a:xfrm>
          <a:noFill/>
        </p:spPr>
        <p:txBody>
          <a:bodyPr/>
          <a:lstStyle>
            <a:lvl1pPr>
              <a:buClr>
                <a:srgbClr val="F8A764"/>
              </a:buClr>
              <a:defRPr sz="2400">
                <a:latin typeface="+mj-lt"/>
              </a:defRPr>
            </a:lvl1pPr>
            <a:lvl2pPr>
              <a:defRPr sz="2200">
                <a:latin typeface="+mj-lt"/>
              </a:defRPr>
            </a:lvl2pPr>
            <a:lvl3pPr>
              <a:defRPr sz="2200">
                <a:latin typeface="+mj-lt"/>
              </a:defRPr>
            </a:lvl3pPr>
            <a:lvl4pPr>
              <a:defRPr sz="2200">
                <a:latin typeface="+mj-lt"/>
              </a:defRPr>
            </a:lvl4pPr>
            <a:lvl5pPr>
              <a:defRPr sz="2200">
                <a:latin typeface="+mj-lt"/>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8" name="コンテンツ プレースホルダ 2"/>
          <p:cNvSpPr>
            <a:spLocks noGrp="1"/>
          </p:cNvSpPr>
          <p:nvPr>
            <p:ph idx="12"/>
          </p:nvPr>
        </p:nvSpPr>
        <p:spPr>
          <a:xfrm>
            <a:off x="4644008" y="1412776"/>
            <a:ext cx="4320480" cy="5328592"/>
          </a:xfrm>
          <a:noFill/>
        </p:spPr>
        <p:txBody>
          <a:bodyPr/>
          <a:lstStyle>
            <a:lvl1pPr>
              <a:buClr>
                <a:srgbClr val="F8A764"/>
              </a:buClr>
              <a:defRPr sz="2400">
                <a:latin typeface="+mj-lt"/>
              </a:defRPr>
            </a:lvl1pPr>
            <a:lvl2pPr>
              <a:defRPr sz="2200">
                <a:latin typeface="+mj-lt"/>
              </a:defRPr>
            </a:lvl2pPr>
            <a:lvl3pPr>
              <a:defRPr sz="2200">
                <a:latin typeface="+mj-lt"/>
              </a:defRPr>
            </a:lvl3pPr>
            <a:lvl4pPr>
              <a:defRPr sz="2200">
                <a:latin typeface="+mj-lt"/>
              </a:defRPr>
            </a:lvl4pPr>
            <a:lvl5pPr>
              <a:defRPr sz="2200">
                <a:latin typeface="+mj-lt"/>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lang="ja-JP" altLang="en-US"/>
              <a:t>マスター タイトルの書式設定</a:t>
            </a:r>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lang="ja-JP" altLang="en-US"/>
              <a:t>マスター タイトルの書式設定</a:t>
            </a:r>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ja-JP" altLang="en-US" noProof="0"/>
              <a:t>アイコンをクリックして図を追加</a:t>
            </a:r>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マスター タイトルの書式設定</a:t>
            </a:r>
          </a:p>
        </p:txBody>
      </p:sp>
      <p:sp>
        <p:nvSpPr>
          <p:cNvPr id="3" name="縦書きテキスト プレースホルダ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784975" y="185738"/>
            <a:ext cx="2178050" cy="6484937"/>
          </a:xfrm>
        </p:spPr>
        <p:txBody>
          <a:bodyPr vert="eaVert"/>
          <a:lstStyle/>
          <a:p>
            <a:r>
              <a:rPr lang="ja-JP" altLang="en-US"/>
              <a:t>マスター タイトルの書式設定</a:t>
            </a:r>
          </a:p>
        </p:txBody>
      </p:sp>
      <p:sp>
        <p:nvSpPr>
          <p:cNvPr id="3" name="縦書きテキスト プレースホルダ 2"/>
          <p:cNvSpPr>
            <a:spLocks noGrp="1"/>
          </p:cNvSpPr>
          <p:nvPr>
            <p:ph type="body" orient="vert" idx="1"/>
          </p:nvPr>
        </p:nvSpPr>
        <p:spPr>
          <a:xfrm>
            <a:off x="250825" y="185738"/>
            <a:ext cx="6381750" cy="6484937"/>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cSld name="タイトル、テキスト、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0" y="0"/>
            <a:ext cx="9144000" cy="476672"/>
          </a:xfrm>
        </p:spPr>
        <p:txBody>
          <a:bodyPr/>
          <a:lstStyle/>
          <a:p>
            <a:r>
              <a:rPr lang="ja-JP" altLang="en-US"/>
              <a:t>マスター タイトルの書式設定</a:t>
            </a:r>
          </a:p>
        </p:txBody>
      </p:sp>
      <p:sp>
        <p:nvSpPr>
          <p:cNvPr id="3" name="テキスト プレースホルダ 2"/>
          <p:cNvSpPr>
            <a:spLocks noGrp="1"/>
          </p:cNvSpPr>
          <p:nvPr>
            <p:ph type="body" sz="half" idx="1"/>
          </p:nvPr>
        </p:nvSpPr>
        <p:spPr>
          <a:xfrm>
            <a:off x="611188" y="996950"/>
            <a:ext cx="3848100" cy="4953000"/>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 3"/>
          <p:cNvSpPr>
            <a:spLocks noGrp="1"/>
          </p:cNvSpPr>
          <p:nvPr>
            <p:ph sz="quarter" idx="2"/>
          </p:nvPr>
        </p:nvSpPr>
        <p:spPr>
          <a:xfrm>
            <a:off x="4611688" y="996950"/>
            <a:ext cx="3848100" cy="2400300"/>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コンテンツ プレースホルダ 4"/>
          <p:cNvSpPr>
            <a:spLocks noGrp="1"/>
          </p:cNvSpPr>
          <p:nvPr>
            <p:ph sz="quarter" idx="3"/>
          </p:nvPr>
        </p:nvSpPr>
        <p:spPr>
          <a:xfrm>
            <a:off x="4611688" y="3549650"/>
            <a:ext cx="3848100" cy="2400300"/>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250825" y="-24"/>
            <a:ext cx="8569325" cy="548704"/>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ja-JP" altLang="en-US"/>
              <a:t>マスタ タイトルの書式設定</a:t>
            </a:r>
          </a:p>
        </p:txBody>
      </p:sp>
      <p:pic>
        <p:nvPicPr>
          <p:cNvPr id="7" name="Picture 2" descr="C:\Users\Takehiro Kawai\Documents\研究室\under_no.png"/>
          <p:cNvPicPr>
            <a:picLocks noChangeArrowheads="1"/>
          </p:cNvPicPr>
          <p:nvPr userDrawn="1"/>
        </p:nvPicPr>
        <p:blipFill>
          <a:blip r:embed="rId15" cstate="print"/>
          <a:srcRect/>
          <a:stretch>
            <a:fillRect/>
          </a:stretch>
        </p:blipFill>
        <p:spPr bwMode="auto">
          <a:xfrm>
            <a:off x="1" y="6741367"/>
            <a:ext cx="9143999" cy="144000"/>
          </a:xfrm>
          <a:prstGeom prst="rect">
            <a:avLst/>
          </a:prstGeom>
          <a:noFill/>
        </p:spPr>
      </p:pic>
      <p:sp>
        <p:nvSpPr>
          <p:cNvPr id="1027" name="Rectangle 3"/>
          <p:cNvSpPr>
            <a:spLocks noGrp="1" noChangeArrowheads="1"/>
          </p:cNvSpPr>
          <p:nvPr>
            <p:ph type="body" idx="1"/>
          </p:nvPr>
        </p:nvSpPr>
        <p:spPr bwMode="auto">
          <a:xfrm>
            <a:off x="250825" y="620688"/>
            <a:ext cx="8712200" cy="604998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ja-JP" altLang="en-US" err="1"/>
              <a:t>あどほっく</a:t>
            </a:r>
            <a:r>
              <a:rPr lang="ja-JP" altLang="en-US"/>
              <a:t>ねっと</a:t>
            </a:r>
            <a:r>
              <a:rPr lang="ja-JP" altLang="en-US" err="1"/>
              <a:t>わー</a:t>
            </a:r>
            <a:r>
              <a:rPr lang="ja-JP" altLang="en-US"/>
              <a:t>くってなに？</a:t>
            </a:r>
          </a:p>
          <a:p>
            <a:pPr lvl="1"/>
            <a:r>
              <a:rPr lang="ja-JP" altLang="en-US"/>
              <a:t>きっとじつようかされない</a:t>
            </a:r>
          </a:p>
          <a:p>
            <a:pPr lvl="2"/>
            <a:r>
              <a:rPr lang="ja-JP" altLang="en-US"/>
              <a:t>がんばれ</a:t>
            </a:r>
          </a:p>
          <a:p>
            <a:pPr lvl="3"/>
            <a:r>
              <a:rPr lang="ja-JP" altLang="en-US"/>
              <a:t>がんばれ</a:t>
            </a:r>
          </a:p>
          <a:p>
            <a:pPr lvl="4"/>
            <a:r>
              <a:rPr lang="ja-JP" altLang="en-US"/>
              <a:t>めがね</a:t>
            </a:r>
          </a:p>
        </p:txBody>
      </p:sp>
      <p:pic>
        <p:nvPicPr>
          <p:cNvPr id="8" name="図 2" descr="H:\共有\仕事\桧垣研PPTテンプレ\upper.png"/>
          <p:cNvPicPr>
            <a:picLocks noChangeArrowheads="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3175" y="0"/>
            <a:ext cx="9145305" cy="550800"/>
          </a:xfrm>
          <a:prstGeom prst="rect">
            <a:avLst/>
          </a:prstGeom>
          <a:noFill/>
          <a:extLst>
            <a:ext uri="{909E8E84-426E-40DD-AFC4-6F175D3DCCD1}">
              <a14:hiddenFill xmlns:a14="http://schemas.microsoft.com/office/drawing/2010/main">
                <a:solidFill>
                  <a:srgbClr val="FFFFFF"/>
                </a:solidFill>
              </a14:hiddenFill>
            </a:ext>
          </a:extLst>
        </p:spPr>
      </p:pic>
      <p:sp>
        <p:nvSpPr>
          <p:cNvPr id="6" name="Text Box 4"/>
          <p:cNvSpPr txBox="1">
            <a:spLocks noChangeArrowheads="1"/>
          </p:cNvSpPr>
          <p:nvPr userDrawn="1"/>
        </p:nvSpPr>
        <p:spPr bwMode="auto">
          <a:xfrm>
            <a:off x="10044608" y="245365"/>
            <a:ext cx="925513" cy="369332"/>
          </a:xfrm>
          <a:prstGeom prst="rect">
            <a:avLst/>
          </a:prstGeom>
          <a:noFill/>
          <a:ln w="9525" algn="ctr">
            <a:noFill/>
            <a:miter lim="800000"/>
            <a:headEnd/>
            <a:tailEnd/>
          </a:ln>
        </p:spPr>
        <p:txBody>
          <a:bodyPr>
            <a:spAutoFit/>
          </a:bodyPr>
          <a:lstStyle/>
          <a:p>
            <a:pPr>
              <a:spcBef>
                <a:spcPct val="50000"/>
              </a:spcBef>
              <a:defRPr/>
            </a:pPr>
            <a:fld id="{32C65B3F-ECF2-4CE7-B960-343D94B4668B}" type="slidenum">
              <a:rPr lang="en-US" altLang="ja-JP" sz="1800" smtClean="0">
                <a:solidFill>
                  <a:schemeClr val="bg1"/>
                </a:solidFill>
              </a:rPr>
              <a:pPr>
                <a:spcBef>
                  <a:spcPct val="50000"/>
                </a:spcBef>
                <a:defRPr/>
              </a:pPr>
              <a:t>‹#›</a:t>
            </a:fld>
            <a:r>
              <a:rPr lang="en-US" altLang="ja-JP" sz="1800">
                <a:solidFill>
                  <a:schemeClr val="bg1"/>
                </a:solidFill>
              </a:rPr>
              <a:t>/</a:t>
            </a:r>
          </a:p>
        </p:txBody>
      </p:sp>
      <p:sp>
        <p:nvSpPr>
          <p:cNvPr id="2" name="スライド番号プレースホルダー 1">
            <a:extLst>
              <a:ext uri="{FF2B5EF4-FFF2-40B4-BE49-F238E27FC236}">
                <a16:creationId xmlns:a16="http://schemas.microsoft.com/office/drawing/2014/main" id="{1D716CE9-507E-40EA-A884-A593009590A3}"/>
              </a:ext>
            </a:extLst>
          </p:cNvPr>
          <p:cNvSpPr>
            <a:spLocks noGrp="1"/>
          </p:cNvSpPr>
          <p:nvPr>
            <p:ph type="sldNum" sz="quarter" idx="4"/>
          </p:nvPr>
        </p:nvSpPr>
        <p:spPr>
          <a:xfrm>
            <a:off x="8244408" y="91765"/>
            <a:ext cx="897722" cy="384907"/>
          </a:xfrm>
          <a:prstGeom prst="rect">
            <a:avLst/>
          </a:prstGeom>
        </p:spPr>
        <p:txBody>
          <a:bodyPr vert="horz" lIns="91440" tIns="45720" rIns="91440" bIns="45720" rtlCol="0" anchor="ctr"/>
          <a:lstStyle>
            <a:lvl1pPr algn="r">
              <a:defRPr sz="1800">
                <a:solidFill>
                  <a:schemeClr val="bg1"/>
                </a:solidFill>
              </a:defRPr>
            </a:lvl1pPr>
          </a:lstStyle>
          <a:p>
            <a:r>
              <a:rPr lang="en-US" altLang="ja-JP"/>
              <a:t>/</a:t>
            </a:r>
            <a:endParaRPr lang="ja-JP"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6" r:id="rId3"/>
    <p:sldLayoutId id="2147483675"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6" r:id="rId13"/>
  </p:sldLayoutIdLst>
  <p:hf hdr="0" ftr="0" dt="0"/>
  <p:txStyles>
    <p:titleStyle>
      <a:lvl1pPr algn="l" rtl="0" eaLnBrk="1" fontAlgn="base" hangingPunct="1">
        <a:spcBef>
          <a:spcPct val="0"/>
        </a:spcBef>
        <a:spcAft>
          <a:spcPct val="0"/>
        </a:spcAft>
        <a:defRPr kumimoji="1" sz="3600" u="none">
          <a:solidFill>
            <a:schemeClr val="bg1"/>
          </a:solidFill>
          <a:latin typeface="+mj-lt"/>
          <a:ea typeface="+mj-ea"/>
          <a:cs typeface="+mj-cs"/>
        </a:defRPr>
      </a:lvl1pPr>
      <a:lvl2pPr algn="ctr" rtl="0" eaLnBrk="1" fontAlgn="base" hangingPunct="1">
        <a:spcBef>
          <a:spcPct val="0"/>
        </a:spcBef>
        <a:spcAft>
          <a:spcPct val="0"/>
        </a:spcAft>
        <a:defRPr kumimoji="1" sz="3600" u="sng">
          <a:solidFill>
            <a:schemeClr val="tx2"/>
          </a:solidFill>
          <a:latin typeface="Times New Roman" pitchFamily="18" charset="0"/>
          <a:ea typeface="ＭＳ Ｐゴシック" charset="-128"/>
        </a:defRPr>
      </a:lvl2pPr>
      <a:lvl3pPr algn="ctr" rtl="0" eaLnBrk="1" fontAlgn="base" hangingPunct="1">
        <a:spcBef>
          <a:spcPct val="0"/>
        </a:spcBef>
        <a:spcAft>
          <a:spcPct val="0"/>
        </a:spcAft>
        <a:defRPr kumimoji="1" sz="3600" u="sng">
          <a:solidFill>
            <a:schemeClr val="tx2"/>
          </a:solidFill>
          <a:latin typeface="Times New Roman" pitchFamily="18" charset="0"/>
          <a:ea typeface="ＭＳ Ｐゴシック" charset="-128"/>
        </a:defRPr>
      </a:lvl3pPr>
      <a:lvl4pPr algn="ctr" rtl="0" eaLnBrk="1" fontAlgn="base" hangingPunct="1">
        <a:spcBef>
          <a:spcPct val="0"/>
        </a:spcBef>
        <a:spcAft>
          <a:spcPct val="0"/>
        </a:spcAft>
        <a:defRPr kumimoji="1" sz="3600" u="sng">
          <a:solidFill>
            <a:schemeClr val="tx2"/>
          </a:solidFill>
          <a:latin typeface="Times New Roman" pitchFamily="18" charset="0"/>
          <a:ea typeface="ＭＳ Ｐゴシック" charset="-128"/>
        </a:defRPr>
      </a:lvl4pPr>
      <a:lvl5pPr algn="ctr" rtl="0" eaLnBrk="1" fontAlgn="base" hangingPunct="1">
        <a:spcBef>
          <a:spcPct val="0"/>
        </a:spcBef>
        <a:spcAft>
          <a:spcPct val="0"/>
        </a:spcAft>
        <a:defRPr kumimoji="1" sz="3600" u="sng">
          <a:solidFill>
            <a:schemeClr val="tx2"/>
          </a:solidFill>
          <a:latin typeface="Times New Roman" pitchFamily="18" charset="0"/>
          <a:ea typeface="ＭＳ Ｐゴシック" charset="-128"/>
        </a:defRPr>
      </a:lvl5pPr>
      <a:lvl6pPr marL="457200" algn="ctr" rtl="0" eaLnBrk="1" fontAlgn="base" hangingPunct="1">
        <a:spcBef>
          <a:spcPct val="0"/>
        </a:spcBef>
        <a:spcAft>
          <a:spcPct val="0"/>
        </a:spcAft>
        <a:defRPr kumimoji="1" sz="3600" u="sng">
          <a:solidFill>
            <a:schemeClr val="tx2"/>
          </a:solidFill>
          <a:latin typeface="Times New Roman" pitchFamily="18" charset="0"/>
          <a:ea typeface="ＭＳ Ｐゴシック" charset="-128"/>
        </a:defRPr>
      </a:lvl6pPr>
      <a:lvl7pPr marL="914400" algn="ctr" rtl="0" eaLnBrk="1" fontAlgn="base" hangingPunct="1">
        <a:spcBef>
          <a:spcPct val="0"/>
        </a:spcBef>
        <a:spcAft>
          <a:spcPct val="0"/>
        </a:spcAft>
        <a:defRPr kumimoji="1" sz="3600" u="sng">
          <a:solidFill>
            <a:schemeClr val="tx2"/>
          </a:solidFill>
          <a:latin typeface="Times New Roman" pitchFamily="18" charset="0"/>
          <a:ea typeface="ＭＳ Ｐゴシック" charset="-128"/>
        </a:defRPr>
      </a:lvl7pPr>
      <a:lvl8pPr marL="1371600" algn="ctr" rtl="0" eaLnBrk="1" fontAlgn="base" hangingPunct="1">
        <a:spcBef>
          <a:spcPct val="0"/>
        </a:spcBef>
        <a:spcAft>
          <a:spcPct val="0"/>
        </a:spcAft>
        <a:defRPr kumimoji="1" sz="3600" u="sng">
          <a:solidFill>
            <a:schemeClr val="tx2"/>
          </a:solidFill>
          <a:latin typeface="Times New Roman" pitchFamily="18" charset="0"/>
          <a:ea typeface="ＭＳ Ｐゴシック" charset="-128"/>
        </a:defRPr>
      </a:lvl8pPr>
      <a:lvl9pPr marL="1828800" algn="ctr" rtl="0" eaLnBrk="1" fontAlgn="base" hangingPunct="1">
        <a:spcBef>
          <a:spcPct val="0"/>
        </a:spcBef>
        <a:spcAft>
          <a:spcPct val="0"/>
        </a:spcAft>
        <a:defRPr kumimoji="1" sz="3600" u="sng">
          <a:solidFill>
            <a:schemeClr val="tx2"/>
          </a:solidFill>
          <a:latin typeface="Times New Roman" pitchFamily="18" charset="0"/>
          <a:ea typeface="ＭＳ Ｐゴシック" charset="-128"/>
        </a:defRPr>
      </a:lvl9pPr>
    </p:titleStyle>
    <p:bodyStyle>
      <a:lvl1pPr marL="342900" indent="-342900" algn="l" rtl="0" eaLnBrk="1" fontAlgn="base" hangingPunct="1">
        <a:spcBef>
          <a:spcPct val="20000"/>
        </a:spcBef>
        <a:spcAft>
          <a:spcPct val="0"/>
        </a:spcAft>
        <a:buClr>
          <a:schemeClr val="accent6">
            <a:lumMod val="60000"/>
            <a:lumOff val="40000"/>
          </a:schemeClr>
        </a:buClr>
        <a:buSzPct val="100000"/>
        <a:buFont typeface="Wingdings" pitchFamily="2" charset="2"/>
        <a:buChar char="n"/>
        <a:defRPr kumimoji="1" sz="2400">
          <a:solidFill>
            <a:schemeClr val="tx1"/>
          </a:solidFill>
          <a:latin typeface="+mj-lt"/>
          <a:ea typeface="+mn-ea"/>
          <a:cs typeface="+mn-cs"/>
        </a:defRPr>
      </a:lvl1pPr>
      <a:lvl2pPr marL="742950" indent="-285750" algn="l" rtl="0" eaLnBrk="1" fontAlgn="base" hangingPunct="1">
        <a:spcBef>
          <a:spcPct val="20000"/>
        </a:spcBef>
        <a:spcAft>
          <a:spcPct val="0"/>
        </a:spcAft>
        <a:buClr>
          <a:schemeClr val="accent4">
            <a:lumMod val="75000"/>
          </a:schemeClr>
        </a:buClr>
        <a:buFont typeface="Arial" charset="0"/>
        <a:buChar char="–"/>
        <a:defRPr kumimoji="1" sz="2200">
          <a:solidFill>
            <a:schemeClr val="tx1"/>
          </a:solidFill>
          <a:latin typeface="+mj-lt"/>
          <a:ea typeface="+mn-ea"/>
        </a:defRPr>
      </a:lvl2pPr>
      <a:lvl3pPr marL="1143000" indent="-228600" algn="l" rtl="0" eaLnBrk="1" fontAlgn="base" hangingPunct="1">
        <a:spcBef>
          <a:spcPct val="20000"/>
        </a:spcBef>
        <a:spcAft>
          <a:spcPct val="0"/>
        </a:spcAft>
        <a:buFont typeface="Arial" charset="0"/>
        <a:buChar char="•"/>
        <a:defRPr kumimoji="1" sz="2200">
          <a:solidFill>
            <a:schemeClr val="tx1"/>
          </a:solidFill>
          <a:latin typeface="+mj-lt"/>
          <a:ea typeface="+mn-ea"/>
        </a:defRPr>
      </a:lvl3pPr>
      <a:lvl4pPr marL="1600200" indent="-228600" algn="l" rtl="0" eaLnBrk="1" fontAlgn="base" hangingPunct="1">
        <a:spcBef>
          <a:spcPct val="20000"/>
        </a:spcBef>
        <a:spcAft>
          <a:spcPct val="0"/>
        </a:spcAft>
        <a:buFont typeface="Arial" charset="0"/>
        <a:buChar char="–"/>
        <a:defRPr kumimoji="1" sz="2200">
          <a:solidFill>
            <a:schemeClr val="tx1"/>
          </a:solidFill>
          <a:latin typeface="+mj-lt"/>
          <a:ea typeface="+mn-ea"/>
        </a:defRPr>
      </a:lvl4pPr>
      <a:lvl5pPr marL="2057400" indent="-228600" algn="l" rtl="0" eaLnBrk="1" fontAlgn="base" hangingPunct="1">
        <a:spcBef>
          <a:spcPct val="20000"/>
        </a:spcBef>
        <a:spcAft>
          <a:spcPct val="0"/>
        </a:spcAft>
        <a:buFont typeface="Wingdings" pitchFamily="2" charset="2"/>
        <a:buChar char="$"/>
        <a:defRPr kumimoji="1" sz="2200">
          <a:solidFill>
            <a:schemeClr val="tx1"/>
          </a:solidFill>
          <a:latin typeface="+mj-lt"/>
          <a:ea typeface="+mn-ea"/>
        </a:defRPr>
      </a:lvl5pPr>
      <a:lvl6pPr marL="2514600" indent="-228600" algn="l" rtl="0" eaLnBrk="1" fontAlgn="base" hangingPunct="1">
        <a:spcBef>
          <a:spcPct val="20000"/>
        </a:spcBef>
        <a:spcAft>
          <a:spcPct val="0"/>
        </a:spcAft>
        <a:buFont typeface="Wingdings" pitchFamily="2" charset="2"/>
        <a:buChar char="$"/>
        <a:defRPr kumimoji="1" sz="2400">
          <a:solidFill>
            <a:schemeClr val="tx1"/>
          </a:solidFill>
          <a:latin typeface="+mj-lt"/>
          <a:ea typeface="+mn-ea"/>
        </a:defRPr>
      </a:lvl6pPr>
      <a:lvl7pPr marL="2971800" indent="-228600" algn="l" rtl="0" eaLnBrk="1" fontAlgn="base" hangingPunct="1">
        <a:spcBef>
          <a:spcPct val="20000"/>
        </a:spcBef>
        <a:spcAft>
          <a:spcPct val="0"/>
        </a:spcAft>
        <a:buFont typeface="Wingdings" pitchFamily="2" charset="2"/>
        <a:buChar char="$"/>
        <a:defRPr kumimoji="1" sz="2400">
          <a:solidFill>
            <a:schemeClr val="tx1"/>
          </a:solidFill>
          <a:latin typeface="+mj-lt"/>
          <a:ea typeface="+mn-ea"/>
        </a:defRPr>
      </a:lvl7pPr>
      <a:lvl8pPr marL="3429000" indent="-228600" algn="l" rtl="0" eaLnBrk="1" fontAlgn="base" hangingPunct="1">
        <a:spcBef>
          <a:spcPct val="20000"/>
        </a:spcBef>
        <a:spcAft>
          <a:spcPct val="0"/>
        </a:spcAft>
        <a:buFont typeface="Wingdings" pitchFamily="2" charset="2"/>
        <a:buChar char="$"/>
        <a:defRPr kumimoji="1" sz="2400">
          <a:solidFill>
            <a:schemeClr val="tx1"/>
          </a:solidFill>
          <a:latin typeface="+mj-lt"/>
          <a:ea typeface="+mn-ea"/>
        </a:defRPr>
      </a:lvl8pPr>
      <a:lvl9pPr marL="3886200" indent="-228600" algn="l" rtl="0" eaLnBrk="1" fontAlgn="base" hangingPunct="1">
        <a:spcBef>
          <a:spcPct val="20000"/>
        </a:spcBef>
        <a:spcAft>
          <a:spcPct val="0"/>
        </a:spcAft>
        <a:buFont typeface="Wingdings" pitchFamily="2" charset="2"/>
        <a:buChar char="$"/>
        <a:defRPr kumimoji="1" sz="2400">
          <a:solidFill>
            <a:schemeClr val="tx1"/>
          </a:solidFill>
          <a:latin typeface="+mj-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svg"/></Relationships>
</file>

<file path=ppt/slides/_rels/slide7.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0" y="2130425"/>
            <a:ext cx="9144000" cy="1470025"/>
          </a:xfrm>
        </p:spPr>
        <p:txBody>
          <a:bodyPr/>
          <a:lstStyle/>
          <a:p>
            <a:r>
              <a:rPr lang="ja-JP" altLang="en-US" sz="2800" dirty="0"/>
              <a:t>車車間通信を用いた交差点合流時の衝突回避実験</a:t>
            </a:r>
            <a:endParaRPr lang="en-US" altLang="ja-JP" sz="2800" dirty="0"/>
          </a:p>
        </p:txBody>
      </p:sp>
      <p:sp>
        <p:nvSpPr>
          <p:cNvPr id="3" name="サブタイトル 2"/>
          <p:cNvSpPr>
            <a:spLocks noGrp="1"/>
          </p:cNvSpPr>
          <p:nvPr>
            <p:ph type="subTitle" idx="1"/>
          </p:nvPr>
        </p:nvSpPr>
        <p:spPr/>
        <p:txBody>
          <a:bodyPr/>
          <a:lstStyle/>
          <a:p>
            <a:r>
              <a:rPr lang="ja-JP" altLang="en-US"/>
              <a:t>桧垣研究室</a:t>
            </a:r>
            <a:endParaRPr lang="en-US" altLang="ja-JP"/>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4BB2DFE0-0217-A0C6-02DF-D785B5AC4EFD}"/>
              </a:ext>
            </a:extLst>
          </p:cNvPr>
          <p:cNvSpPr>
            <a:spLocks noGrp="1"/>
          </p:cNvSpPr>
          <p:nvPr>
            <p:ph idx="1"/>
          </p:nvPr>
        </p:nvSpPr>
        <p:spPr/>
        <p:txBody>
          <a:bodyPr/>
          <a:lstStyle/>
          <a:p>
            <a:r>
              <a:rPr lang="ja-JP" altLang="en-US" dirty="0"/>
              <a:t>背景</a:t>
            </a:r>
            <a:endParaRPr kumimoji="1" lang="en-US" altLang="ja-JP" dirty="0"/>
          </a:p>
          <a:p>
            <a:pPr lvl="1"/>
            <a:r>
              <a:rPr kumimoji="1" lang="ja-JP" altLang="en-US" dirty="0"/>
              <a:t>交差点の合流で事故が多発</a:t>
            </a:r>
            <a:endParaRPr kumimoji="1" lang="en-US" altLang="ja-JP" dirty="0"/>
          </a:p>
          <a:p>
            <a:pPr lvl="2"/>
            <a:r>
              <a:rPr lang="ja-JP" altLang="en-US" dirty="0"/>
              <a:t>自動運転による合流の実現</a:t>
            </a:r>
            <a:endParaRPr lang="en-US" altLang="ja-JP" dirty="0"/>
          </a:p>
          <a:p>
            <a:r>
              <a:rPr lang="ja-JP" altLang="en-US" dirty="0"/>
              <a:t>先行研究</a:t>
            </a:r>
            <a:r>
              <a:rPr lang="en-US" altLang="ja-JP" dirty="0"/>
              <a:t>[1]</a:t>
            </a:r>
          </a:p>
          <a:p>
            <a:pPr lvl="1"/>
            <a:r>
              <a:rPr lang="ja-JP" altLang="en-US" dirty="0"/>
              <a:t>車を検知したセンサが基地局を介して合流車へデータを送信</a:t>
            </a:r>
            <a:endParaRPr lang="en-US" altLang="ja-JP" dirty="0"/>
          </a:p>
        </p:txBody>
      </p:sp>
      <p:sp>
        <p:nvSpPr>
          <p:cNvPr id="3" name="タイトル 2">
            <a:extLst>
              <a:ext uri="{FF2B5EF4-FFF2-40B4-BE49-F238E27FC236}">
                <a16:creationId xmlns:a16="http://schemas.microsoft.com/office/drawing/2014/main" id="{7E335977-7CF8-5B4A-3FAE-01CE044606A8}"/>
              </a:ext>
            </a:extLst>
          </p:cNvPr>
          <p:cNvSpPr>
            <a:spLocks noGrp="1"/>
          </p:cNvSpPr>
          <p:nvPr>
            <p:ph type="title"/>
          </p:nvPr>
        </p:nvSpPr>
        <p:spPr/>
        <p:txBody>
          <a:bodyPr/>
          <a:lstStyle/>
          <a:p>
            <a:r>
              <a:rPr kumimoji="1" lang="en-US" altLang="ja-JP"/>
              <a:t>1. </a:t>
            </a:r>
            <a:r>
              <a:rPr kumimoji="1" lang="ja-JP" altLang="en-US"/>
              <a:t>車の合流</a:t>
            </a:r>
          </a:p>
        </p:txBody>
      </p:sp>
      <p:sp>
        <p:nvSpPr>
          <p:cNvPr id="5" name="スライド番号プレースホルダー 4">
            <a:extLst>
              <a:ext uri="{FF2B5EF4-FFF2-40B4-BE49-F238E27FC236}">
                <a16:creationId xmlns:a16="http://schemas.microsoft.com/office/drawing/2014/main" id="{FA102AEF-E2CC-A29C-2708-6A040F8192CD}"/>
              </a:ext>
            </a:extLst>
          </p:cNvPr>
          <p:cNvSpPr>
            <a:spLocks noGrp="1"/>
          </p:cNvSpPr>
          <p:nvPr>
            <p:ph type="sldNum" sz="quarter" idx="4"/>
          </p:nvPr>
        </p:nvSpPr>
        <p:spPr/>
        <p:txBody>
          <a:bodyPr/>
          <a:lstStyle/>
          <a:p>
            <a:r>
              <a:rPr lang="en-US" altLang="ja-JP" dirty="0"/>
              <a:t>1/8</a:t>
            </a:r>
            <a:endParaRPr lang="ja-JP" altLang="en-US" dirty="0"/>
          </a:p>
        </p:txBody>
      </p:sp>
      <p:sp>
        <p:nvSpPr>
          <p:cNvPr id="32" name="正方形/長方形 31">
            <a:extLst>
              <a:ext uri="{FF2B5EF4-FFF2-40B4-BE49-F238E27FC236}">
                <a16:creationId xmlns:a16="http://schemas.microsoft.com/office/drawing/2014/main" id="{D799C4C0-4D21-FDAB-93DD-1229260808F6}"/>
              </a:ext>
            </a:extLst>
          </p:cNvPr>
          <p:cNvSpPr/>
          <p:nvPr/>
        </p:nvSpPr>
        <p:spPr>
          <a:xfrm>
            <a:off x="34925" y="6206228"/>
            <a:ext cx="9143999" cy="461665"/>
          </a:xfrm>
          <a:prstGeom prst="rect">
            <a:avLst/>
          </a:prstGeom>
          <a:solidFill>
            <a:schemeClr val="bg1"/>
          </a:solidFill>
        </p:spPr>
        <p:txBody>
          <a:bodyPr wrap="square">
            <a:spAutoFit/>
          </a:bodyPr>
          <a:lstStyle/>
          <a:p>
            <a:r>
              <a:rPr lang="en-US" altLang="ja-JP" sz="1200" dirty="0">
                <a:latin typeface="+mj-lt"/>
              </a:rPr>
              <a:t>[1</a:t>
            </a:r>
            <a:r>
              <a:rPr lang="en-US" altLang="ja-JP" sz="1200">
                <a:latin typeface="+mj-lt"/>
              </a:rPr>
              <a:t>] </a:t>
            </a:r>
            <a:r>
              <a:rPr lang="ja-JP" altLang="en-US" sz="1200">
                <a:latin typeface="+mj-lt"/>
              </a:rPr>
              <a:t>国土交通省，“</a:t>
            </a:r>
            <a:r>
              <a:rPr lang="ja-JP" altLang="en-US" sz="1200"/>
              <a:t>自動運転に係る情報通信インフラの 取組について</a:t>
            </a:r>
            <a:r>
              <a:rPr lang="ja-JP" altLang="en-US" sz="1200">
                <a:latin typeface="+mj-lt"/>
              </a:rPr>
              <a:t>”，</a:t>
            </a:r>
            <a:r>
              <a:rPr lang="en-US" altLang="zh-CN" sz="1200" b="0" i="0">
                <a:solidFill>
                  <a:srgbClr val="333333"/>
                </a:solidFill>
                <a:effectLst/>
                <a:latin typeface="Helvetica Neue"/>
              </a:rPr>
              <a:t>https://www.mlit.go.jp/road/ir/ir-council/jido-infra/pdf02/02.pdf</a:t>
            </a:r>
            <a:r>
              <a:rPr lang="ja-JP" altLang="en-US" sz="1200" b="0" i="0">
                <a:solidFill>
                  <a:srgbClr val="333333"/>
                </a:solidFill>
                <a:effectLst/>
                <a:latin typeface="Helvetica Neue"/>
              </a:rPr>
              <a:t>，</a:t>
            </a:r>
            <a:r>
              <a:rPr lang="en-US" altLang="ja-JP" sz="1200" b="0" i="0">
                <a:solidFill>
                  <a:srgbClr val="333333"/>
                </a:solidFill>
                <a:effectLst/>
                <a:latin typeface="Helvetica Neue"/>
              </a:rPr>
              <a:t>2025</a:t>
            </a:r>
            <a:r>
              <a:rPr lang="ja-JP" altLang="en-US" sz="1200" b="0" i="0">
                <a:solidFill>
                  <a:srgbClr val="333333"/>
                </a:solidFill>
                <a:effectLst/>
                <a:latin typeface="Helvetica Neue"/>
              </a:rPr>
              <a:t>年</a:t>
            </a:r>
            <a:r>
              <a:rPr lang="en-US" altLang="ja-JP" sz="1200" b="0" i="0">
                <a:solidFill>
                  <a:srgbClr val="333333"/>
                </a:solidFill>
                <a:effectLst/>
                <a:latin typeface="Helvetica Neue"/>
              </a:rPr>
              <a:t>5</a:t>
            </a:r>
            <a:r>
              <a:rPr lang="ja-JP" altLang="en-US" sz="1200" b="0" i="0">
                <a:solidFill>
                  <a:srgbClr val="333333"/>
                </a:solidFill>
                <a:effectLst/>
                <a:latin typeface="Helvetica Neue"/>
              </a:rPr>
              <a:t>月２</a:t>
            </a:r>
            <a:r>
              <a:rPr lang="en-US" altLang="ja-JP" sz="1200" b="0" i="0">
                <a:solidFill>
                  <a:srgbClr val="333333"/>
                </a:solidFill>
                <a:effectLst/>
                <a:latin typeface="Helvetica Neue"/>
              </a:rPr>
              <a:t>1</a:t>
            </a:r>
            <a:r>
              <a:rPr lang="ja-JP" altLang="en-US" sz="1200" b="0" i="0">
                <a:solidFill>
                  <a:srgbClr val="333333"/>
                </a:solidFill>
                <a:effectLst/>
                <a:latin typeface="Helvetica Neue"/>
              </a:rPr>
              <a:t>日閲覧</a:t>
            </a:r>
            <a:endParaRPr lang="en-US" altLang="ja-JP" sz="1200">
              <a:latin typeface="+mj-lt"/>
            </a:endParaRPr>
          </a:p>
        </p:txBody>
      </p:sp>
      <p:sp>
        <p:nvSpPr>
          <p:cNvPr id="4" name="正方形/長方形 3">
            <a:extLst>
              <a:ext uri="{FF2B5EF4-FFF2-40B4-BE49-F238E27FC236}">
                <a16:creationId xmlns:a16="http://schemas.microsoft.com/office/drawing/2014/main" id="{BFAA42C1-4CD5-4AD1-C037-E1EA2B970851}"/>
              </a:ext>
            </a:extLst>
          </p:cNvPr>
          <p:cNvSpPr/>
          <p:nvPr/>
        </p:nvSpPr>
        <p:spPr bwMode="auto">
          <a:xfrm>
            <a:off x="7924220" y="2921316"/>
            <a:ext cx="1052451" cy="492597"/>
          </a:xfrm>
          <a:prstGeom prst="rect">
            <a:avLst/>
          </a:prstGeom>
          <a:solidFill>
            <a:schemeClr val="accent1">
              <a:lumMod val="20000"/>
              <a:lumOff val="80000"/>
            </a:schemeClr>
          </a:solidFill>
          <a:ln w="12700">
            <a:solidFill>
              <a:schemeClr val="tx1"/>
            </a:solidFill>
            <a:round/>
            <a:headEnd/>
            <a:tailEnd/>
          </a:ln>
        </p:spPr>
        <p:txBody>
          <a:bodyPr wrap="square" lIns="90000" tIns="46800" rIns="90000" bIns="46800" rtlCol="0" anchor="ctr">
            <a:noAutofit/>
          </a:bodyPr>
          <a:lstStyle/>
          <a:p>
            <a:pPr algn="ctr"/>
            <a:r>
              <a:rPr lang="ja-JP" altLang="en-US" dirty="0"/>
              <a:t>基地局</a:t>
            </a:r>
            <a:endParaRPr kumimoji="1" lang="ja-JP" altLang="en-US" dirty="0"/>
          </a:p>
        </p:txBody>
      </p:sp>
      <p:grpSp>
        <p:nvGrpSpPr>
          <p:cNvPr id="29" name="グループ化 28">
            <a:extLst>
              <a:ext uri="{FF2B5EF4-FFF2-40B4-BE49-F238E27FC236}">
                <a16:creationId xmlns:a16="http://schemas.microsoft.com/office/drawing/2014/main" id="{6E287225-4412-5C08-3560-8B7ECC8CF7E9}"/>
              </a:ext>
            </a:extLst>
          </p:cNvPr>
          <p:cNvGrpSpPr/>
          <p:nvPr/>
        </p:nvGrpSpPr>
        <p:grpSpPr>
          <a:xfrm rot="18749145">
            <a:off x="320526" y="2828104"/>
            <a:ext cx="3692571" cy="2494603"/>
            <a:chOff x="166507" y="3822701"/>
            <a:chExt cx="3692571" cy="2494603"/>
          </a:xfrm>
        </p:grpSpPr>
        <p:grpSp>
          <p:nvGrpSpPr>
            <p:cNvPr id="17" name="グループ化 16">
              <a:extLst>
                <a:ext uri="{FF2B5EF4-FFF2-40B4-BE49-F238E27FC236}">
                  <a16:creationId xmlns:a16="http://schemas.microsoft.com/office/drawing/2014/main" id="{FAF402A0-EC55-7A28-D177-28163F910545}"/>
                </a:ext>
              </a:extLst>
            </p:cNvPr>
            <p:cNvGrpSpPr/>
            <p:nvPr/>
          </p:nvGrpSpPr>
          <p:grpSpPr>
            <a:xfrm>
              <a:off x="180976" y="4827088"/>
              <a:ext cx="3678102" cy="1490216"/>
              <a:chOff x="180976" y="4827088"/>
              <a:chExt cx="5791378" cy="1490216"/>
            </a:xfrm>
          </p:grpSpPr>
          <p:sp>
            <p:nvSpPr>
              <p:cNvPr id="8" name="正方形/長方形 7">
                <a:extLst>
                  <a:ext uri="{FF2B5EF4-FFF2-40B4-BE49-F238E27FC236}">
                    <a16:creationId xmlns:a16="http://schemas.microsoft.com/office/drawing/2014/main" id="{5DE55B1F-89B6-90C4-2350-D88B24B95352}"/>
                  </a:ext>
                </a:extLst>
              </p:cNvPr>
              <p:cNvSpPr/>
              <p:nvPr/>
            </p:nvSpPr>
            <p:spPr bwMode="auto">
              <a:xfrm>
                <a:off x="180976" y="4827088"/>
                <a:ext cx="5791378" cy="1490216"/>
              </a:xfrm>
              <a:prstGeom prst="rect">
                <a:avLst/>
              </a:prstGeom>
              <a:solidFill>
                <a:schemeClr val="bg1">
                  <a:lumMod val="75000"/>
                </a:schemeClr>
              </a:solidFill>
              <a:ln w="12700">
                <a:noFill/>
                <a:round/>
                <a:headEnd/>
                <a:tailEnd/>
              </a:ln>
            </p:spPr>
            <p:txBody>
              <a:bodyPr wrap="square" lIns="90000" tIns="46800" rIns="90000" bIns="46800" rtlCol="0" anchor="ctr">
                <a:noAutofit/>
              </a:bodyPr>
              <a:lstStyle/>
              <a:p>
                <a:pPr algn="ctr"/>
                <a:endParaRPr kumimoji="1" lang="ja-JP" altLang="en-US"/>
              </a:p>
            </p:txBody>
          </p:sp>
          <p:cxnSp>
            <p:nvCxnSpPr>
              <p:cNvPr id="16" name="直線コネクタ 15">
                <a:extLst>
                  <a:ext uri="{FF2B5EF4-FFF2-40B4-BE49-F238E27FC236}">
                    <a16:creationId xmlns:a16="http://schemas.microsoft.com/office/drawing/2014/main" id="{EA076676-EE9A-DA73-836A-F06B7E935C6E}"/>
                  </a:ext>
                </a:extLst>
              </p:cNvPr>
              <p:cNvCxnSpPr>
                <a:cxnSpLocks/>
                <a:stCxn id="8" idx="1"/>
                <a:endCxn id="8" idx="3"/>
              </p:cNvCxnSpPr>
              <p:nvPr/>
            </p:nvCxnSpPr>
            <p:spPr bwMode="auto">
              <a:xfrm>
                <a:off x="180976" y="5572196"/>
                <a:ext cx="5791378" cy="0"/>
              </a:xfrm>
              <a:prstGeom prst="line">
                <a:avLst/>
              </a:prstGeom>
              <a:noFill/>
              <a:ln w="50800" cap="flat" cmpd="sng" algn="ctr">
                <a:solidFill>
                  <a:schemeClr val="bg1"/>
                </a:solidFill>
                <a:prstDash val="dash"/>
                <a:round/>
                <a:headEnd type="none" w="med" len="med"/>
                <a:tailEnd type="none" w="med" len="med"/>
              </a:ln>
              <a:effectLst/>
            </p:spPr>
          </p:cxnSp>
        </p:grpSp>
        <p:pic>
          <p:nvPicPr>
            <p:cNvPr id="10" name="グラフィックス 9" descr="車 単色塗りつぶし">
              <a:extLst>
                <a:ext uri="{FF2B5EF4-FFF2-40B4-BE49-F238E27FC236}">
                  <a16:creationId xmlns:a16="http://schemas.microsoft.com/office/drawing/2014/main" id="{0755F103-01C6-42F5-18A3-B5DA99603DD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6507" y="4726464"/>
              <a:ext cx="914400" cy="914400"/>
            </a:xfrm>
            <a:prstGeom prst="rect">
              <a:avLst/>
            </a:prstGeom>
          </p:spPr>
        </p:pic>
        <p:grpSp>
          <p:nvGrpSpPr>
            <p:cNvPr id="23" name="グループ化 22">
              <a:extLst>
                <a:ext uri="{FF2B5EF4-FFF2-40B4-BE49-F238E27FC236}">
                  <a16:creationId xmlns:a16="http://schemas.microsoft.com/office/drawing/2014/main" id="{77E2EC34-C383-ACC5-C8F1-7DD8C65E7522}"/>
                </a:ext>
              </a:extLst>
            </p:cNvPr>
            <p:cNvGrpSpPr/>
            <p:nvPr/>
          </p:nvGrpSpPr>
          <p:grpSpPr>
            <a:xfrm>
              <a:off x="683568" y="3822701"/>
              <a:ext cx="2376264" cy="1687653"/>
              <a:chOff x="683568" y="3822701"/>
              <a:chExt cx="2376264" cy="1687653"/>
            </a:xfrm>
          </p:grpSpPr>
          <p:sp>
            <p:nvSpPr>
              <p:cNvPr id="21" name="二等辺三角形 20">
                <a:extLst>
                  <a:ext uri="{FF2B5EF4-FFF2-40B4-BE49-F238E27FC236}">
                    <a16:creationId xmlns:a16="http://schemas.microsoft.com/office/drawing/2014/main" id="{78C930FC-5AB6-DE7C-D080-E9891A7B9B9D}"/>
                  </a:ext>
                </a:extLst>
              </p:cNvPr>
              <p:cNvSpPr/>
              <p:nvPr/>
            </p:nvSpPr>
            <p:spPr bwMode="auto">
              <a:xfrm>
                <a:off x="683568" y="4504485"/>
                <a:ext cx="2376264" cy="1005869"/>
              </a:xfrm>
              <a:prstGeom prst="triangle">
                <a:avLst/>
              </a:prstGeom>
              <a:solidFill>
                <a:srgbClr val="FFFF00">
                  <a:alpha val="77000"/>
                </a:srgbClr>
              </a:solidFill>
              <a:ln w="12700">
                <a:noFill/>
                <a:round/>
                <a:headEnd/>
                <a:tailEnd/>
              </a:ln>
            </p:spPr>
            <p:txBody>
              <a:bodyPr wrap="square" lIns="90000" tIns="46800" rIns="90000" bIns="46800" rtlCol="0" anchor="ctr">
                <a:noAutofit/>
              </a:bodyPr>
              <a:lstStyle/>
              <a:p>
                <a:pPr algn="ctr"/>
                <a:endParaRPr kumimoji="1" lang="ja-JP" altLang="en-US"/>
              </a:p>
            </p:txBody>
          </p:sp>
          <p:sp>
            <p:nvSpPr>
              <p:cNvPr id="20" name="正方形/長方形 19">
                <a:extLst>
                  <a:ext uri="{FF2B5EF4-FFF2-40B4-BE49-F238E27FC236}">
                    <a16:creationId xmlns:a16="http://schemas.microsoft.com/office/drawing/2014/main" id="{0CA2BCF9-D3A6-1457-F88D-5267AD446C2B}"/>
                  </a:ext>
                </a:extLst>
              </p:cNvPr>
              <p:cNvSpPr/>
              <p:nvPr/>
            </p:nvSpPr>
            <p:spPr bwMode="auto">
              <a:xfrm>
                <a:off x="1043608" y="4227035"/>
                <a:ext cx="1602310" cy="492597"/>
              </a:xfrm>
              <a:prstGeom prst="rect">
                <a:avLst/>
              </a:prstGeom>
              <a:solidFill>
                <a:schemeClr val="accent1">
                  <a:lumMod val="20000"/>
                  <a:lumOff val="80000"/>
                </a:schemeClr>
              </a:solidFill>
              <a:ln w="12700">
                <a:solidFill>
                  <a:schemeClr val="tx1"/>
                </a:solidFill>
                <a:round/>
                <a:headEnd/>
                <a:tailEnd/>
              </a:ln>
            </p:spPr>
            <p:txBody>
              <a:bodyPr wrap="square" lIns="90000" tIns="46800" rIns="90000" bIns="46800" rtlCol="0" anchor="ctr">
                <a:noAutofit/>
              </a:bodyPr>
              <a:lstStyle/>
              <a:p>
                <a:pPr algn="ctr"/>
                <a:r>
                  <a:rPr kumimoji="1" lang="ja-JP" altLang="en-US" dirty="0"/>
                  <a:t>センサ</a:t>
                </a:r>
              </a:p>
            </p:txBody>
          </p:sp>
          <p:sp>
            <p:nvSpPr>
              <p:cNvPr id="26" name="正方形/長方形 25">
                <a:extLst>
                  <a:ext uri="{FF2B5EF4-FFF2-40B4-BE49-F238E27FC236}">
                    <a16:creationId xmlns:a16="http://schemas.microsoft.com/office/drawing/2014/main" id="{E03E4EFB-36FE-AA10-5ACE-22A8F39A8CC5}"/>
                  </a:ext>
                </a:extLst>
              </p:cNvPr>
              <p:cNvSpPr/>
              <p:nvPr/>
            </p:nvSpPr>
            <p:spPr bwMode="auto">
              <a:xfrm>
                <a:off x="1387563" y="3822701"/>
                <a:ext cx="914400" cy="492597"/>
              </a:xfrm>
              <a:prstGeom prst="rect">
                <a:avLst/>
              </a:prstGeom>
              <a:solidFill>
                <a:schemeClr val="accent4">
                  <a:lumMod val="40000"/>
                  <a:lumOff val="60000"/>
                </a:schemeClr>
              </a:solidFill>
              <a:ln w="12700">
                <a:solidFill>
                  <a:schemeClr val="tx1"/>
                </a:solidFill>
                <a:round/>
                <a:headEnd/>
                <a:tailEnd/>
              </a:ln>
            </p:spPr>
            <p:txBody>
              <a:bodyPr wrap="square" lIns="90000" tIns="46800" rIns="90000" bIns="46800" rtlCol="0" anchor="ctr">
                <a:noAutofit/>
              </a:bodyPr>
              <a:lstStyle/>
              <a:p>
                <a:pPr algn="ctr"/>
                <a:r>
                  <a:rPr lang="ja-JP" altLang="en-US" dirty="0"/>
                  <a:t>データ</a:t>
                </a:r>
                <a:endParaRPr kumimoji="1" lang="ja-JP" altLang="en-US" dirty="0"/>
              </a:p>
            </p:txBody>
          </p:sp>
        </p:grpSp>
      </p:grpSp>
      <p:grpSp>
        <p:nvGrpSpPr>
          <p:cNvPr id="18" name="グループ化 17">
            <a:extLst>
              <a:ext uri="{FF2B5EF4-FFF2-40B4-BE49-F238E27FC236}">
                <a16:creationId xmlns:a16="http://schemas.microsoft.com/office/drawing/2014/main" id="{93FF4B8B-4ADC-2FF0-A6E4-163E932CC7EE}"/>
              </a:ext>
            </a:extLst>
          </p:cNvPr>
          <p:cNvGrpSpPr/>
          <p:nvPr/>
        </p:nvGrpSpPr>
        <p:grpSpPr>
          <a:xfrm rot="2766200">
            <a:off x="4319770" y="3663554"/>
            <a:ext cx="3770316" cy="1490216"/>
            <a:chOff x="180976" y="4827088"/>
            <a:chExt cx="5791378" cy="1490216"/>
          </a:xfrm>
        </p:grpSpPr>
        <p:sp>
          <p:nvSpPr>
            <p:cNvPr id="19" name="正方形/長方形 18">
              <a:extLst>
                <a:ext uri="{FF2B5EF4-FFF2-40B4-BE49-F238E27FC236}">
                  <a16:creationId xmlns:a16="http://schemas.microsoft.com/office/drawing/2014/main" id="{52024328-9373-348D-FB3B-817E4EB80459}"/>
                </a:ext>
              </a:extLst>
            </p:cNvPr>
            <p:cNvSpPr/>
            <p:nvPr/>
          </p:nvSpPr>
          <p:spPr bwMode="auto">
            <a:xfrm>
              <a:off x="180976" y="4827088"/>
              <a:ext cx="5791378" cy="1490216"/>
            </a:xfrm>
            <a:prstGeom prst="rect">
              <a:avLst/>
            </a:prstGeom>
            <a:solidFill>
              <a:schemeClr val="bg1">
                <a:lumMod val="75000"/>
              </a:schemeClr>
            </a:solidFill>
            <a:ln w="12700">
              <a:noFill/>
              <a:round/>
              <a:headEnd/>
              <a:tailEnd/>
            </a:ln>
          </p:spPr>
          <p:txBody>
            <a:bodyPr wrap="square" lIns="90000" tIns="46800" rIns="90000" bIns="46800" rtlCol="0" anchor="ctr">
              <a:noAutofit/>
            </a:bodyPr>
            <a:lstStyle/>
            <a:p>
              <a:pPr algn="r"/>
              <a:endParaRPr kumimoji="1" lang="ja-JP" altLang="en-US"/>
            </a:p>
          </p:txBody>
        </p:sp>
        <p:cxnSp>
          <p:nvCxnSpPr>
            <p:cNvPr id="22" name="直線コネクタ 21">
              <a:extLst>
                <a:ext uri="{FF2B5EF4-FFF2-40B4-BE49-F238E27FC236}">
                  <a16:creationId xmlns:a16="http://schemas.microsoft.com/office/drawing/2014/main" id="{1C324A36-01E3-04A6-7505-5D1C7F4D25D6}"/>
                </a:ext>
              </a:extLst>
            </p:cNvPr>
            <p:cNvCxnSpPr>
              <a:cxnSpLocks/>
              <a:stCxn id="19" idx="1"/>
              <a:endCxn id="19" idx="3"/>
            </p:cNvCxnSpPr>
            <p:nvPr/>
          </p:nvCxnSpPr>
          <p:spPr bwMode="auto">
            <a:xfrm>
              <a:off x="180976" y="5572196"/>
              <a:ext cx="5791378" cy="0"/>
            </a:xfrm>
            <a:prstGeom prst="line">
              <a:avLst/>
            </a:prstGeom>
            <a:noFill/>
            <a:ln w="50800" cap="flat" cmpd="sng" algn="ctr">
              <a:solidFill>
                <a:schemeClr val="bg1"/>
              </a:solidFill>
              <a:prstDash val="dash"/>
              <a:round/>
              <a:headEnd type="none" w="med" len="med"/>
              <a:tailEnd type="none" w="med" len="med"/>
            </a:ln>
            <a:effectLst/>
          </p:spPr>
        </p:cxnSp>
      </p:grpSp>
      <p:pic>
        <p:nvPicPr>
          <p:cNvPr id="7" name="グラフィックス 6" descr="車 単色塗りつぶし">
            <a:extLst>
              <a:ext uri="{FF2B5EF4-FFF2-40B4-BE49-F238E27FC236}">
                <a16:creationId xmlns:a16="http://schemas.microsoft.com/office/drawing/2014/main" id="{094D4F2C-7590-3A74-742B-97DCD207E98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2756672" flipH="1">
            <a:off x="6488767" y="5260447"/>
            <a:ext cx="887385" cy="914400"/>
          </a:xfrm>
          <a:prstGeom prst="rect">
            <a:avLst/>
          </a:prstGeom>
        </p:spPr>
      </p:pic>
      <p:grpSp>
        <p:nvGrpSpPr>
          <p:cNvPr id="24" name="グループ化 23">
            <a:extLst>
              <a:ext uri="{FF2B5EF4-FFF2-40B4-BE49-F238E27FC236}">
                <a16:creationId xmlns:a16="http://schemas.microsoft.com/office/drawing/2014/main" id="{E4C79758-6452-67DC-22F6-53A2F3A69FE6}"/>
              </a:ext>
            </a:extLst>
          </p:cNvPr>
          <p:cNvGrpSpPr/>
          <p:nvPr/>
        </p:nvGrpSpPr>
        <p:grpSpPr>
          <a:xfrm rot="13532679">
            <a:off x="4585357" y="4424238"/>
            <a:ext cx="2376264" cy="1687653"/>
            <a:chOff x="683568" y="3822701"/>
            <a:chExt cx="2376264" cy="1687653"/>
          </a:xfrm>
        </p:grpSpPr>
        <p:sp>
          <p:nvSpPr>
            <p:cNvPr id="25" name="二等辺三角形 24">
              <a:extLst>
                <a:ext uri="{FF2B5EF4-FFF2-40B4-BE49-F238E27FC236}">
                  <a16:creationId xmlns:a16="http://schemas.microsoft.com/office/drawing/2014/main" id="{32996AB8-ABAE-0A2F-5764-494781BD0D50}"/>
                </a:ext>
              </a:extLst>
            </p:cNvPr>
            <p:cNvSpPr/>
            <p:nvPr/>
          </p:nvSpPr>
          <p:spPr bwMode="auto">
            <a:xfrm>
              <a:off x="683568" y="4504485"/>
              <a:ext cx="2376264" cy="1005869"/>
            </a:xfrm>
            <a:prstGeom prst="triangle">
              <a:avLst/>
            </a:prstGeom>
            <a:solidFill>
              <a:srgbClr val="FFFF00">
                <a:alpha val="77000"/>
              </a:srgbClr>
            </a:solidFill>
            <a:ln w="12700">
              <a:noFill/>
              <a:round/>
              <a:headEnd/>
              <a:tailEnd/>
            </a:ln>
          </p:spPr>
          <p:txBody>
            <a:bodyPr wrap="square" lIns="90000" tIns="46800" rIns="90000" bIns="46800" rtlCol="0" anchor="ctr">
              <a:noAutofit/>
            </a:bodyPr>
            <a:lstStyle/>
            <a:p>
              <a:pPr algn="ctr"/>
              <a:endParaRPr kumimoji="1" lang="ja-JP" altLang="en-US"/>
            </a:p>
          </p:txBody>
        </p:sp>
        <p:sp>
          <p:nvSpPr>
            <p:cNvPr id="27" name="正方形/長方形 26">
              <a:extLst>
                <a:ext uri="{FF2B5EF4-FFF2-40B4-BE49-F238E27FC236}">
                  <a16:creationId xmlns:a16="http://schemas.microsoft.com/office/drawing/2014/main" id="{B0FCC9F2-5802-C842-EB82-634D2D370BFF}"/>
                </a:ext>
              </a:extLst>
            </p:cNvPr>
            <p:cNvSpPr/>
            <p:nvPr/>
          </p:nvSpPr>
          <p:spPr bwMode="auto">
            <a:xfrm rot="10814603">
              <a:off x="1043608" y="4227035"/>
              <a:ext cx="1602310" cy="492597"/>
            </a:xfrm>
            <a:prstGeom prst="rect">
              <a:avLst/>
            </a:prstGeom>
            <a:solidFill>
              <a:schemeClr val="accent1">
                <a:lumMod val="20000"/>
                <a:lumOff val="80000"/>
              </a:schemeClr>
            </a:solidFill>
            <a:ln w="12700">
              <a:solidFill>
                <a:schemeClr val="tx1"/>
              </a:solidFill>
              <a:round/>
              <a:headEnd/>
              <a:tailEnd/>
            </a:ln>
          </p:spPr>
          <p:txBody>
            <a:bodyPr wrap="square" lIns="90000" tIns="46800" rIns="90000" bIns="46800" rtlCol="0" anchor="ctr">
              <a:noAutofit/>
            </a:bodyPr>
            <a:lstStyle/>
            <a:p>
              <a:pPr algn="ctr"/>
              <a:r>
                <a:rPr kumimoji="1" lang="ja-JP" altLang="en-US" dirty="0"/>
                <a:t>センサ</a:t>
              </a:r>
            </a:p>
          </p:txBody>
        </p:sp>
        <p:sp>
          <p:nvSpPr>
            <p:cNvPr id="28" name="正方形/長方形 27">
              <a:extLst>
                <a:ext uri="{FF2B5EF4-FFF2-40B4-BE49-F238E27FC236}">
                  <a16:creationId xmlns:a16="http://schemas.microsoft.com/office/drawing/2014/main" id="{67846A1F-2407-3D25-BDB1-BD612D80CB07}"/>
                </a:ext>
              </a:extLst>
            </p:cNvPr>
            <p:cNvSpPr/>
            <p:nvPr/>
          </p:nvSpPr>
          <p:spPr bwMode="auto">
            <a:xfrm rot="10803324">
              <a:off x="1387563" y="3822701"/>
              <a:ext cx="914400" cy="492597"/>
            </a:xfrm>
            <a:prstGeom prst="rect">
              <a:avLst/>
            </a:prstGeom>
            <a:solidFill>
              <a:schemeClr val="accent4">
                <a:lumMod val="40000"/>
                <a:lumOff val="60000"/>
              </a:schemeClr>
            </a:solidFill>
            <a:ln w="12700">
              <a:solidFill>
                <a:schemeClr val="tx1"/>
              </a:solidFill>
              <a:round/>
              <a:headEnd/>
              <a:tailEnd/>
            </a:ln>
          </p:spPr>
          <p:txBody>
            <a:bodyPr wrap="square" lIns="90000" tIns="46800" rIns="90000" bIns="46800" rtlCol="0" anchor="ctr">
              <a:noAutofit/>
            </a:bodyPr>
            <a:lstStyle/>
            <a:p>
              <a:pPr algn="ctr"/>
              <a:r>
                <a:rPr lang="ja-JP" altLang="en-US" dirty="0"/>
                <a:t>データ</a:t>
              </a:r>
              <a:endParaRPr kumimoji="1" lang="ja-JP" altLang="en-US" dirty="0"/>
            </a:p>
          </p:txBody>
        </p:sp>
      </p:grpSp>
    </p:spTree>
    <p:extLst>
      <p:ext uri="{BB962C8B-B14F-4D97-AF65-F5344CB8AC3E}">
        <p14:creationId xmlns:p14="http://schemas.microsoft.com/office/powerpoint/2010/main" val="38445530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7866A730-9B69-AA7B-8783-80922E3E2847}"/>
              </a:ext>
            </a:extLst>
          </p:cNvPr>
          <p:cNvSpPr>
            <a:spLocks noGrp="1"/>
          </p:cNvSpPr>
          <p:nvPr>
            <p:ph idx="1"/>
          </p:nvPr>
        </p:nvSpPr>
        <p:spPr/>
        <p:txBody>
          <a:bodyPr/>
          <a:lstStyle/>
          <a:p>
            <a:r>
              <a:rPr kumimoji="1" lang="ja-JP" altLang="en-US" dirty="0"/>
              <a:t>車車間通信を用いた合流地点による衝突回避実験</a:t>
            </a:r>
            <a:endParaRPr kumimoji="1" lang="en-US" altLang="ja-JP" dirty="0"/>
          </a:p>
          <a:p>
            <a:pPr lvl="1"/>
            <a:r>
              <a:rPr lang="ja-JP" altLang="en-US" dirty="0"/>
              <a:t>合流地点に侵入する</a:t>
            </a:r>
            <a:r>
              <a:rPr lang="en-US" altLang="ja-JP" dirty="0"/>
              <a:t>2</a:t>
            </a:r>
            <a:r>
              <a:rPr lang="ja-JP" altLang="en-US" dirty="0"/>
              <a:t>台の車両の衝突を回避</a:t>
            </a:r>
            <a:endParaRPr lang="en-US" altLang="ja-JP" dirty="0"/>
          </a:p>
          <a:p>
            <a:pPr lvl="1"/>
            <a:r>
              <a:rPr kumimoji="1" lang="ja-JP" altLang="en-US" dirty="0"/>
              <a:t>無線通信で</a:t>
            </a:r>
            <a:r>
              <a:rPr lang="ja-JP" altLang="en-US" dirty="0"/>
              <a:t>自身の情報</a:t>
            </a:r>
            <a:r>
              <a:rPr kumimoji="1" lang="ja-JP" altLang="en-US" dirty="0"/>
              <a:t>を交換</a:t>
            </a:r>
            <a:endParaRPr kumimoji="1" lang="en-US" altLang="ja-JP" dirty="0"/>
          </a:p>
          <a:p>
            <a:pPr lvl="1"/>
            <a:r>
              <a:rPr lang="ja-JP" altLang="en-US" dirty="0"/>
              <a:t>交換した情報を基に速度制御</a:t>
            </a:r>
            <a:endParaRPr lang="en-US" altLang="ja-JP" dirty="0"/>
          </a:p>
          <a:p>
            <a:pPr marL="457200" lvl="1" indent="0">
              <a:buNone/>
            </a:pPr>
            <a:r>
              <a:rPr lang="ja-JP" altLang="en-US" dirty="0"/>
              <a:t>　 →衝突回避</a:t>
            </a:r>
            <a:endParaRPr lang="en-US" altLang="ja-JP" dirty="0"/>
          </a:p>
        </p:txBody>
      </p:sp>
      <p:sp>
        <p:nvSpPr>
          <p:cNvPr id="3" name="タイトル 2">
            <a:extLst>
              <a:ext uri="{FF2B5EF4-FFF2-40B4-BE49-F238E27FC236}">
                <a16:creationId xmlns:a16="http://schemas.microsoft.com/office/drawing/2014/main" id="{B1D68BC5-3DDD-A83B-F872-50FFB7CB0B55}"/>
              </a:ext>
            </a:extLst>
          </p:cNvPr>
          <p:cNvSpPr>
            <a:spLocks noGrp="1"/>
          </p:cNvSpPr>
          <p:nvPr>
            <p:ph type="title"/>
          </p:nvPr>
        </p:nvSpPr>
        <p:spPr/>
        <p:txBody>
          <a:bodyPr/>
          <a:lstStyle/>
          <a:p>
            <a:r>
              <a:rPr lang="en-US" altLang="ja-JP" dirty="0"/>
              <a:t>2.</a:t>
            </a:r>
            <a:r>
              <a:rPr lang="ja-JP" altLang="en-US" dirty="0"/>
              <a:t> </a:t>
            </a:r>
            <a:r>
              <a:rPr kumimoji="1" lang="ja-JP" altLang="en-US" dirty="0"/>
              <a:t>実験概要</a:t>
            </a:r>
          </a:p>
        </p:txBody>
      </p:sp>
      <p:sp>
        <p:nvSpPr>
          <p:cNvPr id="4" name="テキスト プレースホルダー 3">
            <a:extLst>
              <a:ext uri="{FF2B5EF4-FFF2-40B4-BE49-F238E27FC236}">
                <a16:creationId xmlns:a16="http://schemas.microsoft.com/office/drawing/2014/main" id="{63288E78-3797-216F-D27C-3D1BC25E7DF0}"/>
              </a:ext>
            </a:extLst>
          </p:cNvPr>
          <p:cNvSpPr>
            <a:spLocks noGrp="1"/>
          </p:cNvSpPr>
          <p:nvPr>
            <p:ph type="body" sz="quarter" idx="10"/>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C152BB80-A28D-BA44-79CD-B44428C85E71}"/>
              </a:ext>
            </a:extLst>
          </p:cNvPr>
          <p:cNvSpPr>
            <a:spLocks noGrp="1"/>
          </p:cNvSpPr>
          <p:nvPr>
            <p:ph type="sldNum" sz="quarter" idx="4"/>
          </p:nvPr>
        </p:nvSpPr>
        <p:spPr/>
        <p:txBody>
          <a:bodyPr/>
          <a:lstStyle/>
          <a:p>
            <a:r>
              <a:rPr lang="en-US" altLang="ja-JP" dirty="0"/>
              <a:t>2/8</a:t>
            </a:r>
            <a:endParaRPr lang="ja-JP" altLang="en-US" dirty="0"/>
          </a:p>
        </p:txBody>
      </p:sp>
    </p:spTree>
    <p:extLst>
      <p:ext uri="{BB962C8B-B14F-4D97-AF65-F5344CB8AC3E}">
        <p14:creationId xmlns:p14="http://schemas.microsoft.com/office/powerpoint/2010/main" val="40513356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71C051F5-CA49-4E8D-AFD4-B8E2A1182538}"/>
              </a:ext>
            </a:extLst>
          </p:cNvPr>
          <p:cNvSpPr>
            <a:spLocks noGrp="1"/>
          </p:cNvSpPr>
          <p:nvPr>
            <p:ph idx="1"/>
          </p:nvPr>
        </p:nvSpPr>
        <p:spPr/>
        <p:txBody>
          <a:bodyPr/>
          <a:lstStyle/>
          <a:p>
            <a:r>
              <a:rPr lang="ja-JP" altLang="en-US" dirty="0"/>
              <a:t>合流地点</a:t>
            </a:r>
            <a:r>
              <a:rPr kumimoji="1" lang="ja-JP" altLang="en-US" dirty="0"/>
              <a:t>による衝突回避実験</a:t>
            </a:r>
            <a:endParaRPr kumimoji="1" lang="en-US" altLang="ja-JP" dirty="0"/>
          </a:p>
          <a:p>
            <a:pPr lvl="1"/>
            <a:r>
              <a:rPr lang="ja-JP" altLang="en-US" dirty="0"/>
              <a:t>合流地点に侵入する</a:t>
            </a:r>
            <a:r>
              <a:rPr lang="en-US" altLang="ja-JP" dirty="0"/>
              <a:t>2</a:t>
            </a:r>
            <a:r>
              <a:rPr lang="ja-JP" altLang="en-US" dirty="0"/>
              <a:t>台の車両を用いて実験</a:t>
            </a:r>
            <a:endParaRPr kumimoji="1" lang="en-US" altLang="ja-JP" dirty="0"/>
          </a:p>
          <a:p>
            <a:pPr lvl="1"/>
            <a:r>
              <a:rPr lang="en-US" altLang="ja-JP" dirty="0"/>
              <a:t>ESP-NOW</a:t>
            </a:r>
            <a:r>
              <a:rPr lang="ja-JP" altLang="en-US" dirty="0"/>
              <a:t>通信によって車両間で残り交差点突入時間を交換</a:t>
            </a:r>
            <a:endParaRPr kumimoji="1" lang="en-US" altLang="ja-JP" dirty="0"/>
          </a:p>
          <a:p>
            <a:pPr lvl="1"/>
            <a:r>
              <a:rPr lang="ja-JP" altLang="en-US" dirty="0"/>
              <a:t>交換した情報を基に速度制御→衝突回避</a:t>
            </a:r>
            <a:endParaRPr lang="en-US" altLang="ja-JP" dirty="0"/>
          </a:p>
          <a:p>
            <a:pPr lvl="1"/>
            <a:r>
              <a:rPr kumimoji="1" lang="ja-JP" altLang="en-US" dirty="0"/>
              <a:t>車載のマイコンで通信・制御プログラムを実行</a:t>
            </a:r>
            <a:endParaRPr kumimoji="1" lang="en-US" altLang="ja-JP" dirty="0"/>
          </a:p>
        </p:txBody>
      </p:sp>
      <p:sp>
        <p:nvSpPr>
          <p:cNvPr id="3" name="タイトル 2">
            <a:extLst>
              <a:ext uri="{FF2B5EF4-FFF2-40B4-BE49-F238E27FC236}">
                <a16:creationId xmlns:a16="http://schemas.microsoft.com/office/drawing/2014/main" id="{1C1CCD32-E752-45D4-87AF-0C6683E71D00}"/>
              </a:ext>
            </a:extLst>
          </p:cNvPr>
          <p:cNvSpPr>
            <a:spLocks noGrp="1"/>
          </p:cNvSpPr>
          <p:nvPr>
            <p:ph type="title"/>
          </p:nvPr>
        </p:nvSpPr>
        <p:spPr/>
        <p:txBody>
          <a:bodyPr/>
          <a:lstStyle/>
          <a:p>
            <a:r>
              <a:rPr kumimoji="1" lang="en-US" altLang="ja-JP" dirty="0"/>
              <a:t>3.</a:t>
            </a:r>
            <a:r>
              <a:rPr lang="ja-JP" altLang="en-US" dirty="0"/>
              <a:t> 実験内容</a:t>
            </a:r>
            <a:endParaRPr kumimoji="1" lang="ja-JP" altLang="en-US" dirty="0"/>
          </a:p>
        </p:txBody>
      </p:sp>
      <p:sp>
        <p:nvSpPr>
          <p:cNvPr id="4" name="テキスト プレースホルダー 3">
            <a:extLst>
              <a:ext uri="{FF2B5EF4-FFF2-40B4-BE49-F238E27FC236}">
                <a16:creationId xmlns:a16="http://schemas.microsoft.com/office/drawing/2014/main" id="{D171221E-968C-432C-AA85-82DF2F53D8C8}"/>
              </a:ext>
            </a:extLst>
          </p:cNvPr>
          <p:cNvSpPr>
            <a:spLocks noGrp="1"/>
          </p:cNvSpPr>
          <p:nvPr>
            <p:ph type="body" sz="quarter" idx="10"/>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084B062C-A598-4494-8756-0EE319B3B35B}"/>
              </a:ext>
            </a:extLst>
          </p:cNvPr>
          <p:cNvSpPr>
            <a:spLocks noGrp="1"/>
          </p:cNvSpPr>
          <p:nvPr>
            <p:ph type="sldNum" sz="quarter" idx="4"/>
          </p:nvPr>
        </p:nvSpPr>
        <p:spPr/>
        <p:txBody>
          <a:bodyPr/>
          <a:lstStyle/>
          <a:p>
            <a:r>
              <a:rPr lang="en-US" altLang="ja-JP" dirty="0"/>
              <a:t>3/8</a:t>
            </a:r>
            <a:endParaRPr lang="ja-JP" altLang="en-US" dirty="0"/>
          </a:p>
        </p:txBody>
      </p:sp>
      <p:sp>
        <p:nvSpPr>
          <p:cNvPr id="30" name="正方形/長方形 29">
            <a:extLst>
              <a:ext uri="{FF2B5EF4-FFF2-40B4-BE49-F238E27FC236}">
                <a16:creationId xmlns:a16="http://schemas.microsoft.com/office/drawing/2014/main" id="{218C6A77-CC57-847F-4C95-2485C8C5F96B}"/>
              </a:ext>
            </a:extLst>
          </p:cNvPr>
          <p:cNvSpPr/>
          <p:nvPr/>
        </p:nvSpPr>
        <p:spPr bwMode="auto">
          <a:xfrm>
            <a:off x="4635457" y="4809482"/>
            <a:ext cx="4184693" cy="777689"/>
          </a:xfrm>
          <a:prstGeom prst="rect">
            <a:avLst/>
          </a:prstGeom>
          <a:solidFill>
            <a:schemeClr val="bg1">
              <a:lumMod val="75000"/>
            </a:schemeClr>
          </a:solidFill>
          <a:ln w="12700">
            <a:noFill/>
            <a:round/>
            <a:headEnd/>
            <a:tailEnd/>
          </a:ln>
        </p:spPr>
        <p:txBody>
          <a:bodyPr wrap="square" lIns="90000" tIns="46800" rIns="90000" bIns="46800" rtlCol="0" anchor="ctr">
            <a:noAutofit/>
          </a:bodyPr>
          <a:lstStyle/>
          <a:p>
            <a:pPr algn="ctr"/>
            <a:endParaRPr kumimoji="1" lang="ja-JP" altLang="en-US"/>
          </a:p>
        </p:txBody>
      </p:sp>
      <p:cxnSp>
        <p:nvCxnSpPr>
          <p:cNvPr id="32" name="直線コネクタ 31">
            <a:extLst>
              <a:ext uri="{FF2B5EF4-FFF2-40B4-BE49-F238E27FC236}">
                <a16:creationId xmlns:a16="http://schemas.microsoft.com/office/drawing/2014/main" id="{310051DB-DA0D-E821-C8A0-1E3A878D1B8F}"/>
              </a:ext>
            </a:extLst>
          </p:cNvPr>
          <p:cNvCxnSpPr>
            <a:cxnSpLocks/>
            <a:stCxn id="30" idx="1"/>
            <a:endCxn id="30" idx="3"/>
          </p:cNvCxnSpPr>
          <p:nvPr/>
        </p:nvCxnSpPr>
        <p:spPr bwMode="auto">
          <a:xfrm>
            <a:off x="4635457" y="5198326"/>
            <a:ext cx="4184693" cy="0"/>
          </a:xfrm>
          <a:prstGeom prst="line">
            <a:avLst/>
          </a:prstGeom>
          <a:noFill/>
          <a:ln w="50800" cap="flat" cmpd="sng" algn="ctr">
            <a:solidFill>
              <a:schemeClr val="bg1"/>
            </a:solidFill>
            <a:prstDash val="dash"/>
            <a:round/>
            <a:headEnd type="none" w="med" len="med"/>
            <a:tailEnd type="none" w="med" len="med"/>
          </a:ln>
          <a:effectLst/>
        </p:spPr>
      </p:cxnSp>
      <p:pic>
        <p:nvPicPr>
          <p:cNvPr id="58" name="グラフィックス 57" descr="車 単色塗りつぶし">
            <a:extLst>
              <a:ext uri="{FF2B5EF4-FFF2-40B4-BE49-F238E27FC236}">
                <a16:creationId xmlns:a16="http://schemas.microsoft.com/office/drawing/2014/main" id="{41AA7897-3820-5C34-311E-DE75B2F861E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157822" y="4776977"/>
            <a:ext cx="454264" cy="477192"/>
          </a:xfrm>
          <a:prstGeom prst="rect">
            <a:avLst/>
          </a:prstGeom>
        </p:spPr>
      </p:pic>
      <p:grpSp>
        <p:nvGrpSpPr>
          <p:cNvPr id="11" name="グループ化 10">
            <a:extLst>
              <a:ext uri="{FF2B5EF4-FFF2-40B4-BE49-F238E27FC236}">
                <a16:creationId xmlns:a16="http://schemas.microsoft.com/office/drawing/2014/main" id="{45FEB856-6372-DA75-5124-B47FDCCD9B44}"/>
              </a:ext>
            </a:extLst>
          </p:cNvPr>
          <p:cNvGrpSpPr/>
          <p:nvPr/>
        </p:nvGrpSpPr>
        <p:grpSpPr>
          <a:xfrm>
            <a:off x="6644104" y="3253337"/>
            <a:ext cx="888744" cy="1747888"/>
            <a:chOff x="6393848" y="3253337"/>
            <a:chExt cx="888744" cy="1747888"/>
          </a:xfrm>
        </p:grpSpPr>
        <p:sp>
          <p:nvSpPr>
            <p:cNvPr id="28" name="正方形/長方形 27">
              <a:extLst>
                <a:ext uri="{FF2B5EF4-FFF2-40B4-BE49-F238E27FC236}">
                  <a16:creationId xmlns:a16="http://schemas.microsoft.com/office/drawing/2014/main" id="{D94EEBA8-FA01-4A9F-150A-B36894A6D443}"/>
                </a:ext>
              </a:extLst>
            </p:cNvPr>
            <p:cNvSpPr/>
            <p:nvPr/>
          </p:nvSpPr>
          <p:spPr bwMode="auto">
            <a:xfrm rot="5400000">
              <a:off x="5741724" y="3905463"/>
              <a:ext cx="1747886" cy="443637"/>
            </a:xfrm>
            <a:prstGeom prst="rect">
              <a:avLst/>
            </a:prstGeom>
            <a:solidFill>
              <a:schemeClr val="bg1">
                <a:lumMod val="75000"/>
              </a:schemeClr>
            </a:solidFill>
            <a:ln w="12700">
              <a:noFill/>
              <a:round/>
              <a:headEnd/>
              <a:tailEnd/>
            </a:ln>
          </p:spPr>
          <p:txBody>
            <a:bodyPr wrap="square" lIns="90000" tIns="46800" rIns="90000" bIns="46800" rtlCol="0" anchor="ctr">
              <a:noAutofit/>
            </a:bodyPr>
            <a:lstStyle/>
            <a:p>
              <a:pPr algn="ctr"/>
              <a:endParaRPr kumimoji="1" lang="ja-JP" altLang="en-US" dirty="0"/>
            </a:p>
          </p:txBody>
        </p:sp>
        <p:sp>
          <p:nvSpPr>
            <p:cNvPr id="9" name="正方形/長方形 8">
              <a:extLst>
                <a:ext uri="{FF2B5EF4-FFF2-40B4-BE49-F238E27FC236}">
                  <a16:creationId xmlns:a16="http://schemas.microsoft.com/office/drawing/2014/main" id="{7DA68C9F-BC9E-0F6F-B541-FCA3F0B6242F}"/>
                </a:ext>
              </a:extLst>
            </p:cNvPr>
            <p:cNvSpPr/>
            <p:nvPr/>
          </p:nvSpPr>
          <p:spPr bwMode="auto">
            <a:xfrm rot="5400000">
              <a:off x="6155621" y="3872346"/>
              <a:ext cx="1745978" cy="507965"/>
            </a:xfrm>
            <a:prstGeom prst="rect">
              <a:avLst/>
            </a:prstGeom>
            <a:solidFill>
              <a:schemeClr val="bg1">
                <a:lumMod val="75000"/>
              </a:schemeClr>
            </a:solidFill>
            <a:ln w="12700">
              <a:noFill/>
              <a:round/>
              <a:headEnd/>
              <a:tailEnd/>
            </a:ln>
          </p:spPr>
          <p:txBody>
            <a:bodyPr wrap="square" lIns="90000" tIns="46800" rIns="90000" bIns="46800" rtlCol="0" anchor="ctr">
              <a:noAutofit/>
            </a:bodyPr>
            <a:lstStyle/>
            <a:p>
              <a:pPr algn="ctr"/>
              <a:endParaRPr kumimoji="1" lang="ja-JP" altLang="en-US" dirty="0"/>
            </a:p>
          </p:txBody>
        </p:sp>
        <p:cxnSp>
          <p:nvCxnSpPr>
            <p:cNvPr id="31" name="直線コネクタ 30">
              <a:extLst>
                <a:ext uri="{FF2B5EF4-FFF2-40B4-BE49-F238E27FC236}">
                  <a16:creationId xmlns:a16="http://schemas.microsoft.com/office/drawing/2014/main" id="{933CE600-38EE-1FE6-7ABD-38EB38686C19}"/>
                </a:ext>
              </a:extLst>
            </p:cNvPr>
            <p:cNvCxnSpPr>
              <a:cxnSpLocks/>
            </p:cNvCxnSpPr>
            <p:nvPr/>
          </p:nvCxnSpPr>
          <p:spPr bwMode="auto">
            <a:xfrm>
              <a:off x="6837486" y="3253337"/>
              <a:ext cx="4033" cy="1547740"/>
            </a:xfrm>
            <a:prstGeom prst="line">
              <a:avLst/>
            </a:prstGeom>
            <a:noFill/>
            <a:ln w="50800" cap="flat" cmpd="sng" algn="ctr">
              <a:solidFill>
                <a:schemeClr val="bg1"/>
              </a:solidFill>
              <a:prstDash val="dash"/>
              <a:round/>
              <a:headEnd type="none" w="med" len="med"/>
              <a:tailEnd type="none" w="med" len="med"/>
            </a:ln>
            <a:effectLst/>
          </p:spPr>
        </p:cxnSp>
      </p:grpSp>
      <p:pic>
        <p:nvPicPr>
          <p:cNvPr id="55" name="グラフィックス 54" descr="車 単色塗りつぶし">
            <a:extLst>
              <a:ext uri="{FF2B5EF4-FFF2-40B4-BE49-F238E27FC236}">
                <a16:creationId xmlns:a16="http://schemas.microsoft.com/office/drawing/2014/main" id="{CDC7CFAB-1211-5265-9DB3-887A133798D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5400000">
            <a:off x="7070192" y="3376765"/>
            <a:ext cx="454264" cy="477192"/>
          </a:xfrm>
          <a:prstGeom prst="rect">
            <a:avLst/>
          </a:prstGeom>
        </p:spPr>
      </p:pic>
      <p:pic>
        <p:nvPicPr>
          <p:cNvPr id="15" name="図 14">
            <a:extLst>
              <a:ext uri="{FF2B5EF4-FFF2-40B4-BE49-F238E27FC236}">
                <a16:creationId xmlns:a16="http://schemas.microsoft.com/office/drawing/2014/main" id="{C4832FBA-AD5D-0D8C-502F-0E309575BBA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57574" y="3042393"/>
            <a:ext cx="3998775" cy="2884496"/>
          </a:xfrm>
          <a:prstGeom prst="rect">
            <a:avLst/>
          </a:prstGeom>
        </p:spPr>
      </p:pic>
    </p:spTree>
    <p:extLst>
      <p:ext uri="{BB962C8B-B14F-4D97-AF65-F5344CB8AC3E}">
        <p14:creationId xmlns:p14="http://schemas.microsoft.com/office/powerpoint/2010/main" val="6053389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71C051F5-CA49-4E8D-AFD4-B8E2A1182538}"/>
              </a:ext>
            </a:extLst>
          </p:cNvPr>
          <p:cNvSpPr>
            <a:spLocks noGrp="1"/>
          </p:cNvSpPr>
          <p:nvPr>
            <p:ph idx="1"/>
          </p:nvPr>
        </p:nvSpPr>
        <p:spPr/>
        <p:txBody>
          <a:bodyPr/>
          <a:lstStyle/>
          <a:p>
            <a:r>
              <a:rPr lang="ja-JP" altLang="en-US" dirty="0"/>
              <a:t>スケジュール</a:t>
            </a:r>
            <a:endParaRPr lang="en-US" altLang="ja-JP" dirty="0"/>
          </a:p>
          <a:p>
            <a:pPr lvl="1"/>
            <a:r>
              <a:rPr kumimoji="1" lang="en-US" altLang="ja-JP" dirty="0"/>
              <a:t>1</a:t>
            </a:r>
            <a:r>
              <a:rPr kumimoji="1" lang="ja-JP" altLang="en-US" dirty="0"/>
              <a:t>回目</a:t>
            </a:r>
            <a:endParaRPr kumimoji="1" lang="en-US" altLang="ja-JP" dirty="0"/>
          </a:p>
          <a:p>
            <a:pPr lvl="2"/>
            <a:r>
              <a:rPr lang="ja-JP" altLang="en-US" dirty="0"/>
              <a:t>概要説明，実験環境構築</a:t>
            </a:r>
            <a:endParaRPr kumimoji="1" lang="en-US" altLang="ja-JP" dirty="0"/>
          </a:p>
          <a:p>
            <a:pPr lvl="1"/>
            <a:r>
              <a:rPr lang="en-US" altLang="ja-JP" dirty="0"/>
              <a:t>2</a:t>
            </a:r>
            <a:r>
              <a:rPr lang="ja-JP" altLang="en-US" dirty="0"/>
              <a:t>回目</a:t>
            </a:r>
            <a:endParaRPr lang="en-US" altLang="ja-JP" dirty="0"/>
          </a:p>
          <a:p>
            <a:pPr lvl="2"/>
            <a:r>
              <a:rPr lang="ja-JP" altLang="en-US" dirty="0"/>
              <a:t>無線通信プログラムの作成</a:t>
            </a:r>
            <a:endParaRPr lang="en-US" altLang="ja-JP" dirty="0"/>
          </a:p>
          <a:p>
            <a:pPr lvl="1"/>
            <a:r>
              <a:rPr kumimoji="1" lang="en-US" altLang="ja-JP" dirty="0"/>
              <a:t>3</a:t>
            </a:r>
            <a:r>
              <a:rPr kumimoji="1" lang="ja-JP" altLang="en-US" dirty="0"/>
              <a:t>回目</a:t>
            </a:r>
            <a:endParaRPr kumimoji="1" lang="en-US" altLang="ja-JP" dirty="0"/>
          </a:p>
          <a:p>
            <a:pPr lvl="2"/>
            <a:r>
              <a:rPr lang="ja-JP" altLang="en-US" dirty="0"/>
              <a:t>車両制御のためのコントローラ設計</a:t>
            </a:r>
            <a:endParaRPr lang="en-US" altLang="ja-JP" dirty="0"/>
          </a:p>
          <a:p>
            <a:pPr lvl="1"/>
            <a:r>
              <a:rPr lang="en-US" altLang="ja-JP" dirty="0"/>
              <a:t>4</a:t>
            </a:r>
            <a:r>
              <a:rPr lang="ja-JP" altLang="en-US" dirty="0"/>
              <a:t>回目</a:t>
            </a:r>
            <a:endParaRPr lang="en-US" altLang="ja-JP" dirty="0"/>
          </a:p>
          <a:p>
            <a:pPr lvl="2"/>
            <a:r>
              <a:rPr lang="ja-JP" altLang="en-US" dirty="0"/>
              <a:t>合流地点</a:t>
            </a:r>
            <a:r>
              <a:rPr kumimoji="1" lang="ja-JP" altLang="en-US" dirty="0"/>
              <a:t>による衝突回避実験</a:t>
            </a:r>
            <a:endParaRPr lang="en-US" altLang="ja-JP" dirty="0"/>
          </a:p>
        </p:txBody>
      </p:sp>
      <p:sp>
        <p:nvSpPr>
          <p:cNvPr id="3" name="タイトル 2">
            <a:extLst>
              <a:ext uri="{FF2B5EF4-FFF2-40B4-BE49-F238E27FC236}">
                <a16:creationId xmlns:a16="http://schemas.microsoft.com/office/drawing/2014/main" id="{1C1CCD32-E752-45D4-87AF-0C6683E71D00}"/>
              </a:ext>
            </a:extLst>
          </p:cNvPr>
          <p:cNvSpPr>
            <a:spLocks noGrp="1"/>
          </p:cNvSpPr>
          <p:nvPr>
            <p:ph type="title"/>
          </p:nvPr>
        </p:nvSpPr>
        <p:spPr/>
        <p:txBody>
          <a:bodyPr/>
          <a:lstStyle/>
          <a:p>
            <a:r>
              <a:rPr kumimoji="1" lang="en-US" altLang="ja-JP"/>
              <a:t>3.</a:t>
            </a:r>
            <a:r>
              <a:rPr lang="ja-JP" altLang="en-US"/>
              <a:t> </a:t>
            </a:r>
            <a:r>
              <a:rPr lang="ja-JP" altLang="en-US" dirty="0"/>
              <a:t>授業計画</a:t>
            </a:r>
            <a:endParaRPr kumimoji="1" lang="ja-JP" altLang="en-US" dirty="0"/>
          </a:p>
        </p:txBody>
      </p:sp>
      <p:sp>
        <p:nvSpPr>
          <p:cNvPr id="4" name="テキスト プレースホルダー 3">
            <a:extLst>
              <a:ext uri="{FF2B5EF4-FFF2-40B4-BE49-F238E27FC236}">
                <a16:creationId xmlns:a16="http://schemas.microsoft.com/office/drawing/2014/main" id="{D171221E-968C-432C-AA85-82DF2F53D8C8}"/>
              </a:ext>
            </a:extLst>
          </p:cNvPr>
          <p:cNvSpPr>
            <a:spLocks noGrp="1"/>
          </p:cNvSpPr>
          <p:nvPr>
            <p:ph type="body" sz="quarter" idx="10"/>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084B062C-A598-4494-8756-0EE319B3B35B}"/>
              </a:ext>
            </a:extLst>
          </p:cNvPr>
          <p:cNvSpPr>
            <a:spLocks noGrp="1"/>
          </p:cNvSpPr>
          <p:nvPr>
            <p:ph type="sldNum" sz="quarter" idx="4"/>
          </p:nvPr>
        </p:nvSpPr>
        <p:spPr/>
        <p:txBody>
          <a:bodyPr/>
          <a:lstStyle/>
          <a:p>
            <a:r>
              <a:rPr lang="en-US" altLang="ja-JP" dirty="0"/>
              <a:t>4/8</a:t>
            </a:r>
            <a:endParaRPr lang="ja-JP" altLang="en-US" dirty="0"/>
          </a:p>
        </p:txBody>
      </p:sp>
    </p:spTree>
    <p:extLst>
      <p:ext uri="{BB962C8B-B14F-4D97-AF65-F5344CB8AC3E}">
        <p14:creationId xmlns:p14="http://schemas.microsoft.com/office/powerpoint/2010/main" val="5233341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71C051F5-CA49-4E8D-AFD4-B8E2A1182538}"/>
              </a:ext>
            </a:extLst>
          </p:cNvPr>
          <p:cNvSpPr>
            <a:spLocks noGrp="1"/>
          </p:cNvSpPr>
          <p:nvPr>
            <p:ph idx="1"/>
          </p:nvPr>
        </p:nvSpPr>
        <p:spPr/>
        <p:txBody>
          <a:bodyPr/>
          <a:lstStyle/>
          <a:p>
            <a:r>
              <a:rPr lang="en-US" altLang="ja-JP" dirty="0"/>
              <a:t>1</a:t>
            </a:r>
            <a:r>
              <a:rPr lang="ja-JP" altLang="en-US" dirty="0"/>
              <a:t>回目</a:t>
            </a:r>
            <a:endParaRPr lang="en-US" altLang="ja-JP" dirty="0"/>
          </a:p>
          <a:p>
            <a:pPr lvl="1"/>
            <a:r>
              <a:rPr lang="ja-JP" altLang="en-US" dirty="0"/>
              <a:t>実験概要・ネットワークの基礎について説明</a:t>
            </a:r>
            <a:endParaRPr kumimoji="1" lang="en-US" altLang="ja-JP" dirty="0"/>
          </a:p>
          <a:p>
            <a:pPr lvl="2"/>
            <a:r>
              <a:rPr lang="en-US" altLang="ja-JP" dirty="0"/>
              <a:t>V2V</a:t>
            </a:r>
            <a:r>
              <a:rPr lang="ja-JP" altLang="en-US" dirty="0"/>
              <a:t>、</a:t>
            </a:r>
            <a:r>
              <a:rPr lang="en-US" altLang="ja-JP" dirty="0"/>
              <a:t>V2I</a:t>
            </a:r>
            <a:r>
              <a:rPr lang="ja-JP" altLang="en-US" dirty="0"/>
              <a:t>通信</a:t>
            </a:r>
            <a:endParaRPr lang="en-US" altLang="ja-JP" dirty="0"/>
          </a:p>
          <a:p>
            <a:pPr lvl="1"/>
            <a:r>
              <a:rPr lang="ja-JP" altLang="en-US" dirty="0"/>
              <a:t>実験環境構築</a:t>
            </a:r>
            <a:endParaRPr lang="en-US" altLang="ja-JP" dirty="0"/>
          </a:p>
          <a:p>
            <a:pPr lvl="2"/>
            <a:endParaRPr lang="en-US" altLang="ja-JP" dirty="0"/>
          </a:p>
        </p:txBody>
      </p:sp>
      <p:sp>
        <p:nvSpPr>
          <p:cNvPr id="3" name="タイトル 2">
            <a:extLst>
              <a:ext uri="{FF2B5EF4-FFF2-40B4-BE49-F238E27FC236}">
                <a16:creationId xmlns:a16="http://schemas.microsoft.com/office/drawing/2014/main" id="{1C1CCD32-E752-45D4-87AF-0C6683E71D00}"/>
              </a:ext>
            </a:extLst>
          </p:cNvPr>
          <p:cNvSpPr>
            <a:spLocks noGrp="1"/>
          </p:cNvSpPr>
          <p:nvPr>
            <p:ph type="title"/>
          </p:nvPr>
        </p:nvSpPr>
        <p:spPr/>
        <p:txBody>
          <a:bodyPr/>
          <a:lstStyle/>
          <a:p>
            <a:r>
              <a:rPr lang="en-US" altLang="ja-JP" dirty="0"/>
              <a:t>3</a:t>
            </a:r>
            <a:r>
              <a:rPr lang="en-US" altLang="ja-JP"/>
              <a:t>.</a:t>
            </a:r>
            <a:r>
              <a:rPr lang="ja-JP" altLang="en-US"/>
              <a:t> </a:t>
            </a:r>
            <a:r>
              <a:rPr lang="ja-JP" altLang="en-US" dirty="0"/>
              <a:t>授業計画</a:t>
            </a:r>
            <a:endParaRPr kumimoji="1" lang="ja-JP" altLang="en-US" dirty="0"/>
          </a:p>
        </p:txBody>
      </p:sp>
      <p:sp>
        <p:nvSpPr>
          <p:cNvPr id="4" name="テキスト プレースホルダー 3">
            <a:extLst>
              <a:ext uri="{FF2B5EF4-FFF2-40B4-BE49-F238E27FC236}">
                <a16:creationId xmlns:a16="http://schemas.microsoft.com/office/drawing/2014/main" id="{D171221E-968C-432C-AA85-82DF2F53D8C8}"/>
              </a:ext>
            </a:extLst>
          </p:cNvPr>
          <p:cNvSpPr>
            <a:spLocks noGrp="1"/>
          </p:cNvSpPr>
          <p:nvPr>
            <p:ph type="body" sz="quarter" idx="10"/>
          </p:nvPr>
        </p:nvSpPr>
        <p:spPr/>
        <p:txBody>
          <a:bodyPr/>
          <a:lstStyle/>
          <a:p>
            <a:endParaRPr kumimoji="1" lang="ja-JP" altLang="en-US" dirty="0"/>
          </a:p>
        </p:txBody>
      </p:sp>
      <p:sp>
        <p:nvSpPr>
          <p:cNvPr id="5" name="スライド番号プレースホルダー 4">
            <a:extLst>
              <a:ext uri="{FF2B5EF4-FFF2-40B4-BE49-F238E27FC236}">
                <a16:creationId xmlns:a16="http://schemas.microsoft.com/office/drawing/2014/main" id="{084B062C-A598-4494-8756-0EE319B3B35B}"/>
              </a:ext>
            </a:extLst>
          </p:cNvPr>
          <p:cNvSpPr>
            <a:spLocks noGrp="1"/>
          </p:cNvSpPr>
          <p:nvPr>
            <p:ph type="sldNum" sz="quarter" idx="4"/>
          </p:nvPr>
        </p:nvSpPr>
        <p:spPr/>
        <p:txBody>
          <a:bodyPr/>
          <a:lstStyle/>
          <a:p>
            <a:r>
              <a:rPr lang="en-US" altLang="ja-JP" dirty="0"/>
              <a:t>5/8</a:t>
            </a:r>
            <a:endParaRPr lang="ja-JP" altLang="en-US" dirty="0"/>
          </a:p>
        </p:txBody>
      </p:sp>
      <p:grpSp>
        <p:nvGrpSpPr>
          <p:cNvPr id="14" name="グループ化 13">
            <a:extLst>
              <a:ext uri="{FF2B5EF4-FFF2-40B4-BE49-F238E27FC236}">
                <a16:creationId xmlns:a16="http://schemas.microsoft.com/office/drawing/2014/main" id="{B2DCFA74-407C-2E38-DC3E-861DCC527F94}"/>
              </a:ext>
            </a:extLst>
          </p:cNvPr>
          <p:cNvGrpSpPr/>
          <p:nvPr/>
        </p:nvGrpSpPr>
        <p:grpSpPr>
          <a:xfrm>
            <a:off x="5236879" y="3117768"/>
            <a:ext cx="3314361" cy="2923242"/>
            <a:chOff x="7303246" y="1846717"/>
            <a:chExt cx="4673858" cy="4230005"/>
          </a:xfrm>
        </p:grpSpPr>
        <p:grpSp>
          <p:nvGrpSpPr>
            <p:cNvPr id="15" name="グループ化 14">
              <a:extLst>
                <a:ext uri="{FF2B5EF4-FFF2-40B4-BE49-F238E27FC236}">
                  <a16:creationId xmlns:a16="http://schemas.microsoft.com/office/drawing/2014/main" id="{7C9A8B6E-8747-8918-7AFF-8F78C1CB4F3C}"/>
                </a:ext>
              </a:extLst>
            </p:cNvPr>
            <p:cNvGrpSpPr/>
            <p:nvPr/>
          </p:nvGrpSpPr>
          <p:grpSpPr>
            <a:xfrm>
              <a:off x="7303246" y="1846717"/>
              <a:ext cx="4647454" cy="2017341"/>
              <a:chOff x="7303246" y="2467817"/>
              <a:chExt cx="4647454" cy="2017341"/>
            </a:xfrm>
          </p:grpSpPr>
          <p:pic>
            <p:nvPicPr>
              <p:cNvPr id="24" name="グラフィックス 23" descr="インターネット 単色塗りつぶし">
                <a:extLst>
                  <a:ext uri="{FF2B5EF4-FFF2-40B4-BE49-F238E27FC236}">
                    <a16:creationId xmlns:a16="http://schemas.microsoft.com/office/drawing/2014/main" id="{F45BBF45-4F77-6387-8F4D-0FFD932FE17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694431" y="3342106"/>
                <a:ext cx="914400" cy="914400"/>
              </a:xfrm>
              <a:prstGeom prst="rect">
                <a:avLst/>
              </a:prstGeom>
            </p:spPr>
          </p:pic>
          <p:pic>
            <p:nvPicPr>
              <p:cNvPr id="25" name="グラフィックス 24" descr="コンピューター 単色塗りつぶし">
                <a:extLst>
                  <a:ext uri="{FF2B5EF4-FFF2-40B4-BE49-F238E27FC236}">
                    <a16:creationId xmlns:a16="http://schemas.microsoft.com/office/drawing/2014/main" id="{CEE73E7E-1033-4ABC-00BE-E0690319710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076427" y="2698484"/>
                <a:ext cx="914400" cy="914400"/>
              </a:xfrm>
              <a:prstGeom prst="rect">
                <a:avLst/>
              </a:prstGeom>
            </p:spPr>
          </p:pic>
          <p:cxnSp>
            <p:nvCxnSpPr>
              <p:cNvPr id="26" name="直線矢印コネクタ 25">
                <a:extLst>
                  <a:ext uri="{FF2B5EF4-FFF2-40B4-BE49-F238E27FC236}">
                    <a16:creationId xmlns:a16="http://schemas.microsoft.com/office/drawing/2014/main" id="{995E7655-2DE9-5B70-5787-2A939205799E}"/>
                  </a:ext>
                </a:extLst>
              </p:cNvPr>
              <p:cNvCxnSpPr/>
              <p:nvPr/>
            </p:nvCxnSpPr>
            <p:spPr bwMode="auto">
              <a:xfrm flipV="1">
                <a:off x="8608831" y="3342106"/>
                <a:ext cx="1243259" cy="457200"/>
              </a:xfrm>
              <a:prstGeom prst="straightConnector1">
                <a:avLst/>
              </a:prstGeom>
              <a:noFill/>
              <a:ln w="50800" cap="flat" cmpd="sng" algn="ctr">
                <a:solidFill>
                  <a:schemeClr val="tx1"/>
                </a:solidFill>
                <a:prstDash val="solid"/>
                <a:round/>
                <a:headEnd type="triangle"/>
                <a:tailEnd type="triangle"/>
              </a:ln>
              <a:effectLst/>
            </p:spPr>
          </p:cxnSp>
          <p:sp>
            <p:nvSpPr>
              <p:cNvPr id="27" name="吹き出し: 角を丸めた四角形 26">
                <a:extLst>
                  <a:ext uri="{FF2B5EF4-FFF2-40B4-BE49-F238E27FC236}">
                    <a16:creationId xmlns:a16="http://schemas.microsoft.com/office/drawing/2014/main" id="{7E18A29B-03D5-E54B-1158-F60353EA584B}"/>
                  </a:ext>
                </a:extLst>
              </p:cNvPr>
              <p:cNvSpPr/>
              <p:nvPr/>
            </p:nvSpPr>
            <p:spPr bwMode="auto">
              <a:xfrm>
                <a:off x="10253931" y="3799306"/>
                <a:ext cx="1696769" cy="685852"/>
              </a:xfrm>
              <a:prstGeom prst="wedgeRoundRectCallout">
                <a:avLst>
                  <a:gd name="adj1" fmla="val -43546"/>
                  <a:gd name="adj2" fmla="val -73339"/>
                  <a:gd name="adj3" fmla="val 16667"/>
                </a:avLst>
              </a:prstGeom>
              <a:noFill/>
              <a:ln w="12700">
                <a:solidFill>
                  <a:schemeClr val="tx1"/>
                </a:solidFill>
                <a:round/>
                <a:headEnd/>
                <a:tailEnd/>
              </a:ln>
            </p:spPr>
            <p:txBody>
              <a:bodyPr wrap="square" lIns="67500" tIns="35100" rIns="67500" bIns="35100" rtlCol="0" anchor="ctr">
                <a:noAutofit/>
              </a:bodyPr>
              <a:lstStyle/>
              <a:p>
                <a:pPr algn="ctr"/>
                <a:r>
                  <a:rPr lang="ja-JP" altLang="en-US" sz="1350"/>
                  <a:t>こんにちは</a:t>
                </a:r>
              </a:p>
            </p:txBody>
          </p:sp>
          <p:sp>
            <p:nvSpPr>
              <p:cNvPr id="28" name="吹き出し: 角を丸めた四角形 27">
                <a:extLst>
                  <a:ext uri="{FF2B5EF4-FFF2-40B4-BE49-F238E27FC236}">
                    <a16:creationId xmlns:a16="http://schemas.microsoft.com/office/drawing/2014/main" id="{75BC07AA-7D23-7718-32DD-CF3BDE7D59BD}"/>
                  </a:ext>
                </a:extLst>
              </p:cNvPr>
              <p:cNvSpPr/>
              <p:nvPr/>
            </p:nvSpPr>
            <p:spPr bwMode="auto">
              <a:xfrm>
                <a:off x="7303246" y="2467817"/>
                <a:ext cx="1696769" cy="685852"/>
              </a:xfrm>
              <a:prstGeom prst="wedgeRoundRectCallout">
                <a:avLst>
                  <a:gd name="adj1" fmla="val 11361"/>
                  <a:gd name="adj2" fmla="val 87655"/>
                  <a:gd name="adj3" fmla="val 16667"/>
                </a:avLst>
              </a:prstGeom>
              <a:noFill/>
              <a:ln w="12700">
                <a:solidFill>
                  <a:schemeClr val="tx1"/>
                </a:solidFill>
                <a:round/>
                <a:headEnd/>
                <a:tailEnd/>
              </a:ln>
            </p:spPr>
            <p:txBody>
              <a:bodyPr wrap="square" lIns="67500" tIns="35100" rIns="67500" bIns="35100" rtlCol="0" anchor="ctr">
                <a:noAutofit/>
              </a:bodyPr>
              <a:lstStyle/>
              <a:p>
                <a:pPr algn="ctr"/>
                <a:r>
                  <a:rPr lang="en-US" altLang="ja-JP" sz="1350"/>
                  <a:t>HELLO</a:t>
                </a:r>
                <a:endParaRPr lang="ja-JP" altLang="en-US" sz="1350"/>
              </a:p>
            </p:txBody>
          </p:sp>
        </p:grpSp>
        <p:sp>
          <p:nvSpPr>
            <p:cNvPr id="16" name="乗算記号 15">
              <a:extLst>
                <a:ext uri="{FF2B5EF4-FFF2-40B4-BE49-F238E27FC236}">
                  <a16:creationId xmlns:a16="http://schemas.microsoft.com/office/drawing/2014/main" id="{575E1E64-EB18-B2E2-C864-717B1EF83ECB}"/>
                </a:ext>
              </a:extLst>
            </p:cNvPr>
            <p:cNvSpPr/>
            <p:nvPr/>
          </p:nvSpPr>
          <p:spPr bwMode="auto">
            <a:xfrm>
              <a:off x="8651533" y="2388106"/>
              <a:ext cx="1223974" cy="1269930"/>
            </a:xfrm>
            <a:prstGeom prst="mathMultiply">
              <a:avLst>
                <a:gd name="adj1" fmla="val 12243"/>
              </a:avLst>
            </a:prstGeom>
            <a:noFill/>
            <a:ln w="28575">
              <a:solidFill>
                <a:srgbClr val="FF0000"/>
              </a:solidFill>
              <a:round/>
              <a:headEnd/>
              <a:tailEnd/>
            </a:ln>
          </p:spPr>
          <p:txBody>
            <a:bodyPr wrap="square" lIns="67500" tIns="35100" rIns="67500" bIns="35100" rtlCol="0" anchor="ctr">
              <a:noAutofit/>
            </a:bodyPr>
            <a:lstStyle/>
            <a:p>
              <a:pPr algn="ctr"/>
              <a:endParaRPr lang="ja-JP" altLang="en-US" sz="1350"/>
            </a:p>
          </p:txBody>
        </p:sp>
        <p:grpSp>
          <p:nvGrpSpPr>
            <p:cNvPr id="17" name="グループ化 16">
              <a:extLst>
                <a:ext uri="{FF2B5EF4-FFF2-40B4-BE49-F238E27FC236}">
                  <a16:creationId xmlns:a16="http://schemas.microsoft.com/office/drawing/2014/main" id="{347268D0-CA38-F79C-2B40-8F6FD0818835}"/>
                </a:ext>
              </a:extLst>
            </p:cNvPr>
            <p:cNvGrpSpPr/>
            <p:nvPr/>
          </p:nvGrpSpPr>
          <p:grpSpPr>
            <a:xfrm>
              <a:off x="7329650" y="4059381"/>
              <a:ext cx="4647454" cy="2017341"/>
              <a:chOff x="7303246" y="2467817"/>
              <a:chExt cx="4647454" cy="2017341"/>
            </a:xfrm>
          </p:grpSpPr>
          <p:pic>
            <p:nvPicPr>
              <p:cNvPr id="19" name="グラフィックス 18" descr="インターネット 単色塗りつぶし">
                <a:extLst>
                  <a:ext uri="{FF2B5EF4-FFF2-40B4-BE49-F238E27FC236}">
                    <a16:creationId xmlns:a16="http://schemas.microsoft.com/office/drawing/2014/main" id="{201CFC1D-FF42-1F4F-37E9-1B4B8D4F086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694431" y="3342106"/>
                <a:ext cx="914400" cy="914400"/>
              </a:xfrm>
              <a:prstGeom prst="rect">
                <a:avLst/>
              </a:prstGeom>
            </p:spPr>
          </p:pic>
          <p:pic>
            <p:nvPicPr>
              <p:cNvPr id="20" name="グラフィックス 19" descr="コンピューター 単色塗りつぶし">
                <a:extLst>
                  <a:ext uri="{FF2B5EF4-FFF2-40B4-BE49-F238E27FC236}">
                    <a16:creationId xmlns:a16="http://schemas.microsoft.com/office/drawing/2014/main" id="{688E1D3F-31E5-9F70-3F16-45AD4958C52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076427" y="2698484"/>
                <a:ext cx="914400" cy="914400"/>
              </a:xfrm>
              <a:prstGeom prst="rect">
                <a:avLst/>
              </a:prstGeom>
            </p:spPr>
          </p:pic>
          <p:cxnSp>
            <p:nvCxnSpPr>
              <p:cNvPr id="21" name="直線矢印コネクタ 20">
                <a:extLst>
                  <a:ext uri="{FF2B5EF4-FFF2-40B4-BE49-F238E27FC236}">
                    <a16:creationId xmlns:a16="http://schemas.microsoft.com/office/drawing/2014/main" id="{023231DA-0087-C4ED-CE7B-786B6C47E71C}"/>
                  </a:ext>
                </a:extLst>
              </p:cNvPr>
              <p:cNvCxnSpPr/>
              <p:nvPr/>
            </p:nvCxnSpPr>
            <p:spPr bwMode="auto">
              <a:xfrm flipV="1">
                <a:off x="8608831" y="3342106"/>
                <a:ext cx="1243259" cy="457200"/>
              </a:xfrm>
              <a:prstGeom prst="straightConnector1">
                <a:avLst/>
              </a:prstGeom>
              <a:noFill/>
              <a:ln w="50800" cap="flat" cmpd="sng" algn="ctr">
                <a:solidFill>
                  <a:schemeClr val="tx1"/>
                </a:solidFill>
                <a:prstDash val="solid"/>
                <a:round/>
                <a:headEnd type="triangle"/>
                <a:tailEnd type="triangle"/>
              </a:ln>
              <a:effectLst/>
            </p:spPr>
          </p:cxnSp>
          <p:sp>
            <p:nvSpPr>
              <p:cNvPr id="22" name="吹き出し: 角を丸めた四角形 21">
                <a:extLst>
                  <a:ext uri="{FF2B5EF4-FFF2-40B4-BE49-F238E27FC236}">
                    <a16:creationId xmlns:a16="http://schemas.microsoft.com/office/drawing/2014/main" id="{E7821B1A-FA29-863F-80AE-0FCEA1DC9917}"/>
                  </a:ext>
                </a:extLst>
              </p:cNvPr>
              <p:cNvSpPr/>
              <p:nvPr/>
            </p:nvSpPr>
            <p:spPr bwMode="auto">
              <a:xfrm>
                <a:off x="10253931" y="3799306"/>
                <a:ext cx="1696769" cy="685852"/>
              </a:xfrm>
              <a:prstGeom prst="wedgeRoundRectCallout">
                <a:avLst>
                  <a:gd name="adj1" fmla="val -43546"/>
                  <a:gd name="adj2" fmla="val -73339"/>
                  <a:gd name="adj3" fmla="val 16667"/>
                </a:avLst>
              </a:prstGeom>
              <a:noFill/>
              <a:ln w="12700">
                <a:solidFill>
                  <a:schemeClr val="tx1"/>
                </a:solidFill>
                <a:round/>
                <a:headEnd/>
                <a:tailEnd/>
              </a:ln>
            </p:spPr>
            <p:txBody>
              <a:bodyPr wrap="square" lIns="67500" tIns="35100" rIns="67500" bIns="35100" rtlCol="0" anchor="ctr">
                <a:noAutofit/>
              </a:bodyPr>
              <a:lstStyle/>
              <a:p>
                <a:pPr algn="ctr"/>
                <a:r>
                  <a:rPr lang="ja-JP" altLang="en-US" sz="1350"/>
                  <a:t>こんにちは</a:t>
                </a:r>
              </a:p>
            </p:txBody>
          </p:sp>
          <p:sp>
            <p:nvSpPr>
              <p:cNvPr id="23" name="吹き出し: 角を丸めた四角形 22">
                <a:extLst>
                  <a:ext uri="{FF2B5EF4-FFF2-40B4-BE49-F238E27FC236}">
                    <a16:creationId xmlns:a16="http://schemas.microsoft.com/office/drawing/2014/main" id="{39361EE8-6B32-4E55-E406-E3EA4E1AD6D5}"/>
                  </a:ext>
                </a:extLst>
              </p:cNvPr>
              <p:cNvSpPr/>
              <p:nvPr/>
            </p:nvSpPr>
            <p:spPr bwMode="auto">
              <a:xfrm>
                <a:off x="7303246" y="2467817"/>
                <a:ext cx="1696769" cy="685852"/>
              </a:xfrm>
              <a:prstGeom prst="wedgeRoundRectCallout">
                <a:avLst>
                  <a:gd name="adj1" fmla="val 11361"/>
                  <a:gd name="adj2" fmla="val 87655"/>
                  <a:gd name="adj3" fmla="val 16667"/>
                </a:avLst>
              </a:prstGeom>
              <a:noFill/>
              <a:ln w="12700">
                <a:solidFill>
                  <a:schemeClr val="tx1"/>
                </a:solidFill>
                <a:round/>
                <a:headEnd/>
                <a:tailEnd/>
              </a:ln>
            </p:spPr>
            <p:txBody>
              <a:bodyPr wrap="square" lIns="67500" tIns="35100" rIns="67500" bIns="35100" rtlCol="0" anchor="ctr">
                <a:noAutofit/>
              </a:bodyPr>
              <a:lstStyle/>
              <a:p>
                <a:pPr algn="ctr"/>
                <a:r>
                  <a:rPr lang="ja-JP" altLang="en-US" sz="1350"/>
                  <a:t>こんにちは</a:t>
                </a:r>
              </a:p>
            </p:txBody>
          </p:sp>
        </p:grpSp>
        <p:sp>
          <p:nvSpPr>
            <p:cNvPr id="18" name="楕円 17">
              <a:extLst>
                <a:ext uri="{FF2B5EF4-FFF2-40B4-BE49-F238E27FC236}">
                  <a16:creationId xmlns:a16="http://schemas.microsoft.com/office/drawing/2014/main" id="{C4E7E6BF-69E9-CAC4-F5B9-38CC9D34E6B1}"/>
                </a:ext>
              </a:extLst>
            </p:cNvPr>
            <p:cNvSpPr/>
            <p:nvPr/>
          </p:nvSpPr>
          <p:spPr bwMode="auto">
            <a:xfrm>
              <a:off x="8848783" y="4770463"/>
              <a:ext cx="752229" cy="752229"/>
            </a:xfrm>
            <a:prstGeom prst="ellipse">
              <a:avLst/>
            </a:prstGeom>
            <a:noFill/>
            <a:ln w="28575">
              <a:solidFill>
                <a:srgbClr val="FF0000"/>
              </a:solidFill>
              <a:round/>
              <a:headEnd/>
              <a:tailEnd/>
            </a:ln>
          </p:spPr>
          <p:txBody>
            <a:bodyPr wrap="square" lIns="67500" tIns="35100" rIns="67500" bIns="35100" rtlCol="0" anchor="ctr">
              <a:noAutofit/>
            </a:bodyPr>
            <a:lstStyle/>
            <a:p>
              <a:pPr algn="ctr"/>
              <a:endParaRPr lang="ja-JP" altLang="en-US" sz="1350"/>
            </a:p>
          </p:txBody>
        </p:sp>
      </p:grpSp>
      <p:pic>
        <p:nvPicPr>
          <p:cNvPr id="29" name="図 28">
            <a:extLst>
              <a:ext uri="{FF2B5EF4-FFF2-40B4-BE49-F238E27FC236}">
                <a16:creationId xmlns:a16="http://schemas.microsoft.com/office/drawing/2014/main" id="{C35EB33D-1B87-87C7-C423-654003E243DB}"/>
              </a:ext>
            </a:extLst>
          </p:cNvPr>
          <p:cNvPicPr>
            <a:picLocks noChangeAspect="1"/>
          </p:cNvPicPr>
          <p:nvPr/>
        </p:nvPicPr>
        <p:blipFill>
          <a:blip r:embed="rId5"/>
          <a:srcRect l="3855" t="7746" r="3087" b="6063"/>
          <a:stretch>
            <a:fillRect/>
          </a:stretch>
        </p:blipFill>
        <p:spPr>
          <a:xfrm>
            <a:off x="365760" y="3359217"/>
            <a:ext cx="4459335" cy="2440344"/>
          </a:xfrm>
          <a:prstGeom prst="rect">
            <a:avLst/>
          </a:prstGeom>
        </p:spPr>
      </p:pic>
    </p:spTree>
    <p:extLst>
      <p:ext uri="{BB962C8B-B14F-4D97-AF65-F5344CB8AC3E}">
        <p14:creationId xmlns:p14="http://schemas.microsoft.com/office/powerpoint/2010/main" val="41387356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E6E640-4D30-9B8A-1FDB-8347D8EB9A6B}"/>
            </a:ext>
          </a:extLst>
        </p:cNvPr>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C4E91487-4A18-D6C9-2FBE-7C79643F4573}"/>
              </a:ext>
            </a:extLst>
          </p:cNvPr>
          <p:cNvSpPr>
            <a:spLocks noGrp="1"/>
          </p:cNvSpPr>
          <p:nvPr>
            <p:ph idx="1"/>
          </p:nvPr>
        </p:nvSpPr>
        <p:spPr/>
        <p:txBody>
          <a:bodyPr/>
          <a:lstStyle/>
          <a:p>
            <a:r>
              <a:rPr lang="en-US" altLang="ja-JP" dirty="0"/>
              <a:t>2</a:t>
            </a:r>
            <a:r>
              <a:rPr lang="ja-JP" altLang="en-US" dirty="0"/>
              <a:t>回目</a:t>
            </a:r>
            <a:endParaRPr lang="en-US" altLang="ja-JP" dirty="0"/>
          </a:p>
          <a:p>
            <a:pPr lvl="1"/>
            <a:r>
              <a:rPr lang="en-US" altLang="ja-JP" dirty="0"/>
              <a:t>ESP-NOW</a:t>
            </a:r>
            <a:r>
              <a:rPr lang="ja-JP" altLang="en-US" dirty="0"/>
              <a:t>通信について説明</a:t>
            </a:r>
            <a:endParaRPr lang="en-US" altLang="ja-JP" dirty="0"/>
          </a:p>
          <a:p>
            <a:pPr lvl="1"/>
            <a:r>
              <a:rPr lang="ja-JP" altLang="en-US" dirty="0"/>
              <a:t>プログラムの穴埋め</a:t>
            </a:r>
            <a:endParaRPr lang="en-US" altLang="ja-JP" dirty="0"/>
          </a:p>
          <a:p>
            <a:pPr lvl="1"/>
            <a:r>
              <a:rPr lang="ja-JP" altLang="en-US" dirty="0"/>
              <a:t>通信実験</a:t>
            </a:r>
            <a:endParaRPr lang="en-US" altLang="ja-JP" dirty="0"/>
          </a:p>
        </p:txBody>
      </p:sp>
      <p:sp>
        <p:nvSpPr>
          <p:cNvPr id="3" name="タイトル 2">
            <a:extLst>
              <a:ext uri="{FF2B5EF4-FFF2-40B4-BE49-F238E27FC236}">
                <a16:creationId xmlns:a16="http://schemas.microsoft.com/office/drawing/2014/main" id="{6607611A-6133-8639-DCAB-E1D2E44839C0}"/>
              </a:ext>
            </a:extLst>
          </p:cNvPr>
          <p:cNvSpPr>
            <a:spLocks noGrp="1"/>
          </p:cNvSpPr>
          <p:nvPr>
            <p:ph type="title"/>
          </p:nvPr>
        </p:nvSpPr>
        <p:spPr/>
        <p:txBody>
          <a:bodyPr/>
          <a:lstStyle/>
          <a:p>
            <a:r>
              <a:rPr lang="en-US" altLang="ja-JP" dirty="0"/>
              <a:t>3</a:t>
            </a:r>
            <a:r>
              <a:rPr lang="en-US" altLang="ja-JP"/>
              <a:t>.</a:t>
            </a:r>
            <a:r>
              <a:rPr lang="ja-JP" altLang="en-US"/>
              <a:t> </a:t>
            </a:r>
            <a:r>
              <a:rPr lang="ja-JP" altLang="en-US" dirty="0"/>
              <a:t>授業計画</a:t>
            </a:r>
            <a:endParaRPr kumimoji="1" lang="ja-JP" altLang="en-US" dirty="0"/>
          </a:p>
        </p:txBody>
      </p:sp>
      <p:sp>
        <p:nvSpPr>
          <p:cNvPr id="4" name="テキスト プレースホルダー 3">
            <a:extLst>
              <a:ext uri="{FF2B5EF4-FFF2-40B4-BE49-F238E27FC236}">
                <a16:creationId xmlns:a16="http://schemas.microsoft.com/office/drawing/2014/main" id="{7334C3AE-6954-54E4-C4FA-9B98CC66F2A7}"/>
              </a:ext>
            </a:extLst>
          </p:cNvPr>
          <p:cNvSpPr>
            <a:spLocks noGrp="1"/>
          </p:cNvSpPr>
          <p:nvPr>
            <p:ph type="body" sz="quarter" idx="10"/>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61709690-B3BB-92D7-3EAA-B7771A756190}"/>
              </a:ext>
            </a:extLst>
          </p:cNvPr>
          <p:cNvSpPr>
            <a:spLocks noGrp="1"/>
          </p:cNvSpPr>
          <p:nvPr>
            <p:ph type="sldNum" sz="quarter" idx="4"/>
          </p:nvPr>
        </p:nvSpPr>
        <p:spPr/>
        <p:txBody>
          <a:bodyPr/>
          <a:lstStyle/>
          <a:p>
            <a:r>
              <a:rPr lang="en-US" altLang="ja-JP" dirty="0"/>
              <a:t>6/8</a:t>
            </a:r>
            <a:endParaRPr lang="ja-JP" altLang="en-US" dirty="0"/>
          </a:p>
        </p:txBody>
      </p:sp>
      <p:pic>
        <p:nvPicPr>
          <p:cNvPr id="7" name="図 6">
            <a:extLst>
              <a:ext uri="{FF2B5EF4-FFF2-40B4-BE49-F238E27FC236}">
                <a16:creationId xmlns:a16="http://schemas.microsoft.com/office/drawing/2014/main" id="{F2826808-1451-258F-5372-AA2E1CA9DB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41975" y="3370881"/>
            <a:ext cx="3251200" cy="2438400"/>
          </a:xfrm>
          <a:prstGeom prst="rect">
            <a:avLst/>
          </a:prstGeom>
        </p:spPr>
      </p:pic>
      <p:pic>
        <p:nvPicPr>
          <p:cNvPr id="9" name="図 8">
            <a:extLst>
              <a:ext uri="{FF2B5EF4-FFF2-40B4-BE49-F238E27FC236}">
                <a16:creationId xmlns:a16="http://schemas.microsoft.com/office/drawing/2014/main" id="{9437AFD3-95E0-8AD0-9543-AEAB17DD5D6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0826" y="3429000"/>
            <a:ext cx="3251200" cy="2438400"/>
          </a:xfrm>
          <a:prstGeom prst="rect">
            <a:avLst/>
          </a:prstGeom>
        </p:spPr>
      </p:pic>
      <p:cxnSp>
        <p:nvCxnSpPr>
          <p:cNvPr id="11" name="直線矢印コネクタ 10">
            <a:extLst>
              <a:ext uri="{FF2B5EF4-FFF2-40B4-BE49-F238E27FC236}">
                <a16:creationId xmlns:a16="http://schemas.microsoft.com/office/drawing/2014/main" id="{78407418-DFD3-E2AC-706D-D14B4D14B6DE}"/>
              </a:ext>
            </a:extLst>
          </p:cNvPr>
          <p:cNvCxnSpPr/>
          <p:nvPr/>
        </p:nvCxnSpPr>
        <p:spPr bwMode="auto">
          <a:xfrm>
            <a:off x="2882685" y="4590081"/>
            <a:ext cx="3332135" cy="0"/>
          </a:xfrm>
          <a:prstGeom prst="straightConnector1">
            <a:avLst/>
          </a:prstGeom>
          <a:noFill/>
          <a:ln w="76200" cap="flat" cmpd="sng" algn="ctr">
            <a:solidFill>
              <a:schemeClr val="accent2"/>
            </a:solidFill>
            <a:prstDash val="solid"/>
            <a:round/>
            <a:headEnd type="triangle"/>
            <a:tailEnd type="triangle"/>
          </a:ln>
          <a:effectLst/>
        </p:spPr>
      </p:cxnSp>
      <p:sp>
        <p:nvSpPr>
          <p:cNvPr id="12" name="テキスト ボックス 11">
            <a:extLst>
              <a:ext uri="{FF2B5EF4-FFF2-40B4-BE49-F238E27FC236}">
                <a16:creationId xmlns:a16="http://schemas.microsoft.com/office/drawing/2014/main" id="{0313E74C-D432-E00F-57A4-3C114FF5ECD9}"/>
              </a:ext>
            </a:extLst>
          </p:cNvPr>
          <p:cNvSpPr txBox="1"/>
          <p:nvPr/>
        </p:nvSpPr>
        <p:spPr>
          <a:xfrm>
            <a:off x="3006671" y="4014059"/>
            <a:ext cx="3037668" cy="461665"/>
          </a:xfrm>
          <a:prstGeom prst="rect">
            <a:avLst/>
          </a:prstGeom>
          <a:noFill/>
        </p:spPr>
        <p:txBody>
          <a:bodyPr wrap="square" rtlCol="0">
            <a:spAutoFit/>
          </a:bodyPr>
          <a:lstStyle/>
          <a:p>
            <a:pPr algn="ctr"/>
            <a:r>
              <a:rPr kumimoji="1" lang="en-US" altLang="ja-JP" sz="2400" b="1" dirty="0">
                <a:solidFill>
                  <a:schemeClr val="accent2"/>
                </a:solidFill>
                <a:effectLst/>
              </a:rPr>
              <a:t>ESP-NOW</a:t>
            </a:r>
            <a:r>
              <a:rPr kumimoji="1" lang="ja-JP" altLang="en-US" sz="2400" b="1" dirty="0">
                <a:solidFill>
                  <a:schemeClr val="accent2"/>
                </a:solidFill>
                <a:effectLst/>
              </a:rPr>
              <a:t>通信</a:t>
            </a:r>
          </a:p>
        </p:txBody>
      </p:sp>
    </p:spTree>
    <p:extLst>
      <p:ext uri="{BB962C8B-B14F-4D97-AF65-F5344CB8AC3E}">
        <p14:creationId xmlns:p14="http://schemas.microsoft.com/office/powerpoint/2010/main" val="16973283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71C051F5-CA49-4E8D-AFD4-B8E2A1182538}"/>
              </a:ext>
            </a:extLst>
          </p:cNvPr>
          <p:cNvSpPr>
            <a:spLocks noGrp="1"/>
          </p:cNvSpPr>
          <p:nvPr>
            <p:ph idx="1"/>
          </p:nvPr>
        </p:nvSpPr>
        <p:spPr/>
        <p:txBody>
          <a:bodyPr/>
          <a:lstStyle/>
          <a:p>
            <a:r>
              <a:rPr lang="en-US" altLang="ja-JP" dirty="0"/>
              <a:t>3</a:t>
            </a:r>
            <a:r>
              <a:rPr lang="ja-JP" altLang="en-US" dirty="0"/>
              <a:t>回目</a:t>
            </a:r>
            <a:endParaRPr lang="en-US" altLang="ja-JP" dirty="0"/>
          </a:p>
          <a:p>
            <a:pPr lvl="1"/>
            <a:r>
              <a:rPr lang="ja-JP" altLang="en-US" dirty="0"/>
              <a:t>車両制御器の作成</a:t>
            </a:r>
            <a:endParaRPr lang="en-US" altLang="ja-JP" dirty="0"/>
          </a:p>
          <a:p>
            <a:pPr lvl="2"/>
            <a:r>
              <a:rPr lang="ja-JP" altLang="en-US" dirty="0"/>
              <a:t>コントローラプログラムの作成</a:t>
            </a:r>
            <a:endParaRPr lang="en-US" altLang="ja-JP" dirty="0"/>
          </a:p>
          <a:p>
            <a:pPr lvl="2"/>
            <a:r>
              <a:rPr lang="ja-JP" altLang="en-US" dirty="0"/>
              <a:t>コントローラのゲイン設計</a:t>
            </a:r>
            <a:endParaRPr lang="en-US" altLang="ja-JP" dirty="0"/>
          </a:p>
        </p:txBody>
      </p:sp>
      <p:sp>
        <p:nvSpPr>
          <p:cNvPr id="3" name="タイトル 2">
            <a:extLst>
              <a:ext uri="{FF2B5EF4-FFF2-40B4-BE49-F238E27FC236}">
                <a16:creationId xmlns:a16="http://schemas.microsoft.com/office/drawing/2014/main" id="{1C1CCD32-E752-45D4-87AF-0C6683E71D00}"/>
              </a:ext>
            </a:extLst>
          </p:cNvPr>
          <p:cNvSpPr>
            <a:spLocks noGrp="1"/>
          </p:cNvSpPr>
          <p:nvPr>
            <p:ph type="title"/>
          </p:nvPr>
        </p:nvSpPr>
        <p:spPr/>
        <p:txBody>
          <a:bodyPr/>
          <a:lstStyle/>
          <a:p>
            <a:r>
              <a:rPr lang="en-US" altLang="ja-JP" dirty="0"/>
              <a:t>3</a:t>
            </a:r>
            <a:r>
              <a:rPr lang="en-US" altLang="ja-JP"/>
              <a:t>.</a:t>
            </a:r>
            <a:r>
              <a:rPr lang="ja-JP" altLang="en-US"/>
              <a:t> </a:t>
            </a:r>
            <a:r>
              <a:rPr lang="ja-JP" altLang="en-US" dirty="0"/>
              <a:t>授業計画</a:t>
            </a:r>
            <a:endParaRPr kumimoji="1" lang="ja-JP" altLang="en-US" dirty="0"/>
          </a:p>
        </p:txBody>
      </p:sp>
      <p:sp>
        <p:nvSpPr>
          <p:cNvPr id="4" name="テキスト プレースホルダー 3">
            <a:extLst>
              <a:ext uri="{FF2B5EF4-FFF2-40B4-BE49-F238E27FC236}">
                <a16:creationId xmlns:a16="http://schemas.microsoft.com/office/drawing/2014/main" id="{D171221E-968C-432C-AA85-82DF2F53D8C8}"/>
              </a:ext>
            </a:extLst>
          </p:cNvPr>
          <p:cNvSpPr>
            <a:spLocks noGrp="1"/>
          </p:cNvSpPr>
          <p:nvPr>
            <p:ph type="body" sz="quarter" idx="10"/>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084B062C-A598-4494-8756-0EE319B3B35B}"/>
              </a:ext>
            </a:extLst>
          </p:cNvPr>
          <p:cNvSpPr>
            <a:spLocks noGrp="1"/>
          </p:cNvSpPr>
          <p:nvPr>
            <p:ph type="sldNum" sz="quarter" idx="4"/>
          </p:nvPr>
        </p:nvSpPr>
        <p:spPr/>
        <p:txBody>
          <a:bodyPr/>
          <a:lstStyle/>
          <a:p>
            <a:r>
              <a:rPr lang="en-US" altLang="ja-JP" dirty="0"/>
              <a:t>7/8</a:t>
            </a:r>
            <a:endParaRPr lang="ja-JP" altLang="en-US" dirty="0"/>
          </a:p>
        </p:txBody>
      </p:sp>
    </p:spTree>
    <p:extLst>
      <p:ext uri="{BB962C8B-B14F-4D97-AF65-F5344CB8AC3E}">
        <p14:creationId xmlns:p14="http://schemas.microsoft.com/office/powerpoint/2010/main" val="30198389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71C051F5-CA49-4E8D-AFD4-B8E2A1182538}"/>
              </a:ext>
            </a:extLst>
          </p:cNvPr>
          <p:cNvSpPr>
            <a:spLocks noGrp="1"/>
          </p:cNvSpPr>
          <p:nvPr>
            <p:ph idx="1"/>
          </p:nvPr>
        </p:nvSpPr>
        <p:spPr/>
        <p:txBody>
          <a:bodyPr/>
          <a:lstStyle/>
          <a:p>
            <a:r>
              <a:rPr lang="en-US" altLang="ja-JP" dirty="0"/>
              <a:t>4</a:t>
            </a:r>
            <a:r>
              <a:rPr lang="ja-JP" altLang="en-US" dirty="0"/>
              <a:t>回目</a:t>
            </a:r>
            <a:endParaRPr lang="en-US" altLang="ja-JP" dirty="0"/>
          </a:p>
          <a:p>
            <a:pPr lvl="1"/>
            <a:r>
              <a:rPr lang="ja-JP" altLang="en-US" dirty="0"/>
              <a:t>交差点での衝突回避実験</a:t>
            </a:r>
            <a:endParaRPr lang="en-US" altLang="ja-JP" dirty="0"/>
          </a:p>
          <a:p>
            <a:pPr lvl="1"/>
            <a:r>
              <a:rPr lang="ja-JP" altLang="en-US" dirty="0"/>
              <a:t>レポートについて</a:t>
            </a:r>
            <a:r>
              <a:rPr lang="en-US" altLang="ja-JP" dirty="0"/>
              <a:t>		</a:t>
            </a:r>
          </a:p>
        </p:txBody>
      </p:sp>
      <p:sp>
        <p:nvSpPr>
          <p:cNvPr id="3" name="タイトル 2">
            <a:extLst>
              <a:ext uri="{FF2B5EF4-FFF2-40B4-BE49-F238E27FC236}">
                <a16:creationId xmlns:a16="http://schemas.microsoft.com/office/drawing/2014/main" id="{1C1CCD32-E752-45D4-87AF-0C6683E71D00}"/>
              </a:ext>
            </a:extLst>
          </p:cNvPr>
          <p:cNvSpPr>
            <a:spLocks noGrp="1"/>
          </p:cNvSpPr>
          <p:nvPr>
            <p:ph type="title"/>
          </p:nvPr>
        </p:nvSpPr>
        <p:spPr/>
        <p:txBody>
          <a:bodyPr/>
          <a:lstStyle/>
          <a:p>
            <a:r>
              <a:rPr lang="en-US" altLang="ja-JP" dirty="0"/>
              <a:t>3</a:t>
            </a:r>
            <a:r>
              <a:rPr lang="en-US" altLang="ja-JP"/>
              <a:t>.</a:t>
            </a:r>
            <a:r>
              <a:rPr lang="ja-JP" altLang="en-US"/>
              <a:t> </a:t>
            </a:r>
            <a:r>
              <a:rPr lang="ja-JP" altLang="en-US" dirty="0"/>
              <a:t>授業計画</a:t>
            </a:r>
            <a:endParaRPr kumimoji="1" lang="ja-JP" altLang="en-US" dirty="0"/>
          </a:p>
        </p:txBody>
      </p:sp>
      <p:sp>
        <p:nvSpPr>
          <p:cNvPr id="4" name="テキスト プレースホルダー 3">
            <a:extLst>
              <a:ext uri="{FF2B5EF4-FFF2-40B4-BE49-F238E27FC236}">
                <a16:creationId xmlns:a16="http://schemas.microsoft.com/office/drawing/2014/main" id="{D171221E-968C-432C-AA85-82DF2F53D8C8}"/>
              </a:ext>
            </a:extLst>
          </p:cNvPr>
          <p:cNvSpPr>
            <a:spLocks noGrp="1"/>
          </p:cNvSpPr>
          <p:nvPr>
            <p:ph type="body" sz="quarter" idx="10"/>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084B062C-A598-4494-8756-0EE319B3B35B}"/>
              </a:ext>
            </a:extLst>
          </p:cNvPr>
          <p:cNvSpPr>
            <a:spLocks noGrp="1"/>
          </p:cNvSpPr>
          <p:nvPr>
            <p:ph type="sldNum" sz="quarter" idx="4"/>
          </p:nvPr>
        </p:nvSpPr>
        <p:spPr/>
        <p:txBody>
          <a:bodyPr/>
          <a:lstStyle/>
          <a:p>
            <a:r>
              <a:rPr lang="en-US" altLang="ja-JP" dirty="0"/>
              <a:t>8/8</a:t>
            </a:r>
            <a:endParaRPr lang="ja-JP" altLang="en-US" dirty="0"/>
          </a:p>
        </p:txBody>
      </p:sp>
      <p:pic>
        <p:nvPicPr>
          <p:cNvPr id="7" name="図 6">
            <a:extLst>
              <a:ext uri="{FF2B5EF4-FFF2-40B4-BE49-F238E27FC236}">
                <a16:creationId xmlns:a16="http://schemas.microsoft.com/office/drawing/2014/main" id="{E78AC7AD-4490-A96B-A140-373F29B031F3}"/>
              </a:ext>
            </a:extLst>
          </p:cNvPr>
          <p:cNvPicPr>
            <a:picLocks noChangeAspect="1"/>
          </p:cNvPicPr>
          <p:nvPr/>
        </p:nvPicPr>
        <p:blipFill>
          <a:blip r:embed="rId3"/>
          <a:stretch>
            <a:fillRect/>
          </a:stretch>
        </p:blipFill>
        <p:spPr>
          <a:xfrm>
            <a:off x="3253395" y="2330494"/>
            <a:ext cx="5260769" cy="3945577"/>
          </a:xfrm>
          <a:prstGeom prst="rect">
            <a:avLst/>
          </a:prstGeom>
        </p:spPr>
      </p:pic>
    </p:spTree>
    <p:extLst>
      <p:ext uri="{BB962C8B-B14F-4D97-AF65-F5344CB8AC3E}">
        <p14:creationId xmlns:p14="http://schemas.microsoft.com/office/powerpoint/2010/main" val="37110625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743386146"/>
      </p:ext>
    </p:extLst>
  </p:cSld>
  <p:clrMapOvr>
    <a:masterClrMapping/>
  </p:clrMapOvr>
</p:sld>
</file>

<file path=ppt/theme/theme1.xml><?xml version="1.0" encoding="utf-8"?>
<a:theme xmlns:a="http://schemas.openxmlformats.org/drawingml/2006/main" name="1_標準デザイン">
  <a:themeElements>
    <a:clrScheme name="ユーザー定義 2">
      <a:dk1>
        <a:sysClr val="windowText" lastClr="000000"/>
      </a:dk1>
      <a:lt1>
        <a:sysClr val="window" lastClr="FFFFFF"/>
      </a:lt1>
      <a:dk2>
        <a:srgbClr val="000000"/>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1_標準デザイン">
      <a:majorFont>
        <a:latin typeface="Times New Roman"/>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2700">
          <a:solidFill>
            <a:schemeClr val="tx1"/>
          </a:solidFill>
          <a:round/>
          <a:headEnd/>
          <a:tailEnd/>
        </a:ln>
      </a:spPr>
      <a:bodyPr wrap="square" lIns="90000" tIns="46800" rIns="90000" bIns="46800" anchor="ctr">
        <a:noAutofit/>
      </a:bodyPr>
      <a:lstStyle>
        <a:defPPr>
          <a:defRPr/>
        </a:defPPr>
      </a:lstStyle>
    </a:spDef>
    <a:lnDef>
      <a:spPr bwMode="auto">
        <a:xfrm>
          <a:off x="0" y="0"/>
          <a:ext cx="1" cy="1"/>
        </a:xfrm>
        <a:custGeom>
          <a:avLst/>
          <a:gdLst/>
          <a:ahLst/>
          <a:cxnLst/>
          <a:rect l="0" t="0" r="0" b="0"/>
          <a:pathLst/>
        </a:custGeom>
        <a:noFill/>
        <a:ln w="50800"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1" lang="ja-JP" altLang="en-US" sz="2000" b="0" i="0" u="none" strike="noStrike" cap="none" normalizeH="0" baseline="0" smtClean="0">
            <a:ln>
              <a:noFill/>
            </a:ln>
            <a:solidFill>
              <a:schemeClr val="tx1"/>
            </a:solidFill>
            <a:effectLst>
              <a:outerShdw blurRad="38100" dist="38100" dir="2700000" algn="tl">
                <a:srgbClr val="000000">
                  <a:alpha val="43137"/>
                </a:srgbClr>
              </a:outerShdw>
            </a:effectLst>
            <a:latin typeface="Times New Roman" pitchFamily="18" charset="0"/>
            <a:ea typeface="ＭＳ Ｐゴシック" charset="-128"/>
          </a:defRPr>
        </a:defPPr>
      </a:lstStyle>
    </a:lnDef>
    <a:txDef>
      <a:spPr>
        <a:noFill/>
      </a:spPr>
      <a:bodyPr wrap="square" rtlCol="0">
        <a:spAutoFit/>
      </a:bodyPr>
      <a:lstStyle>
        <a:defPPr>
          <a:defRPr kumimoji="1" dirty="0" smtClean="0">
            <a:effectLst/>
          </a:defRPr>
        </a:defPPr>
      </a:lstStyle>
    </a:txDef>
  </a:objectDefaults>
  <a:extraClrSchemeLst>
    <a:extraClrScheme>
      <a:clrScheme name="1_標準デザイン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標準デザイン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標準デザイン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標準デザイン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標準デザイン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標準デザイン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標準デザイン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標準デザイン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標準デザイン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標準デザイン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標準デザイン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標準デザイン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プレゼンテーション1" id="{00EEFE7C-116F-48B2-A9DD-EEF3189F0313}" vid="{050E564D-F4B0-4AEC-A218-D4F56E1CC75B}"/>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higlab_tepmlate</Template>
  <TotalTime>1012</TotalTime>
  <Words>993</Words>
  <Application>Microsoft Office PowerPoint</Application>
  <PresentationFormat>画面に合わせる (4:3)</PresentationFormat>
  <Paragraphs>119</Paragraphs>
  <Slides>10</Slides>
  <Notes>9</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10</vt:i4>
      </vt:variant>
    </vt:vector>
  </HeadingPairs>
  <TitlesOfParts>
    <vt:vector size="17" baseType="lpstr">
      <vt:lpstr>Helvetica Neue</vt:lpstr>
      <vt:lpstr>游ゴシック</vt:lpstr>
      <vt:lpstr>Arial</vt:lpstr>
      <vt:lpstr>Calibri</vt:lpstr>
      <vt:lpstr>Times New Roman</vt:lpstr>
      <vt:lpstr>Wingdings</vt:lpstr>
      <vt:lpstr>1_標準デザイン</vt:lpstr>
      <vt:lpstr>車車間通信を用いた交差点合流時の衝突回避実験</vt:lpstr>
      <vt:lpstr>1. 車の合流</vt:lpstr>
      <vt:lpstr>2. 実験概要</vt:lpstr>
      <vt:lpstr>3. 実験内容</vt:lpstr>
      <vt:lpstr>3. 授業計画</vt:lpstr>
      <vt:lpstr>3. 授業計画</vt:lpstr>
      <vt:lpstr>3. 授業計画</vt:lpstr>
      <vt:lpstr>3. 授業計画</vt:lpstr>
      <vt:lpstr>3. 授業計画</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仮想信号機を用いた衝突回避実験</dc:title>
  <dc:creator>福田阿蓮</dc:creator>
  <cp:lastModifiedBy>NAITO DAIKI</cp:lastModifiedBy>
  <cp:revision>24</cp:revision>
  <cp:lastPrinted>2015-09-14T12:21:34Z</cp:lastPrinted>
  <dcterms:created xsi:type="dcterms:W3CDTF">2024-09-17T02:27:38Z</dcterms:created>
  <dcterms:modified xsi:type="dcterms:W3CDTF">2026-09-16T06:50:01Z</dcterms:modified>
</cp:coreProperties>
</file>